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8.xml" ContentType="application/vnd.openxmlformats-officedocument.theme+xml"/>
  <Override PartName="/ppt/theme/theme2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6.xml" ContentType="application/vnd.openxmlformats-officedocument.theme+xml"/>
  <Override PartName="/ppt/theme/theme13.xml" ContentType="application/vnd.openxmlformats-officedocument.theme+xml"/>
  <Override PartName="/ppt/theme/theme18.xml" ContentType="application/vnd.openxmlformats-officedocument.theme+xml"/>
  <Override PartName="/ppt/theme/theme7.xml" ContentType="application/vnd.openxmlformats-officedocument.theme+xml"/>
  <Override PartName="/ppt/theme/theme14.xml" ContentType="application/vnd.openxmlformats-officedocument.theme+xml"/>
  <Override PartName="/ppt/theme/theme19.xml" ContentType="application/vnd.openxmlformats-officedocument.theme+xml"/>
  <Override PartName="/ppt/theme/theme3.xml" ContentType="application/vnd.openxmlformats-officedocument.theme+xml"/>
  <Override PartName="/ppt/theme/theme10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ppt/theme/theme16.xml" ContentType="application/vnd.openxmlformats-officedocument.theme+xml"/>
  <Override PartName="/ppt/theme/theme9.xml" ContentType="application/vnd.openxmlformats-officedocument.theme+xml"/>
  <Override PartName="/ppt/theme/theme5.xml" ContentType="application/vnd.openxmlformats-officedocument.theme+xml"/>
  <Override PartName="/ppt/theme/theme1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32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4.xml" ContentType="application/vnd.openxmlformats-officedocument.theme+xml"/>
  <Override PartName="/ppt/theme/theme30.xml" ContentType="application/vnd.openxmlformats-officedocument.theme+xml"/>
  <Override PartName="/ppt/theme/theme25.xml" ContentType="application/vnd.openxmlformats-officedocument.theme+xml"/>
  <Override PartName="/ppt/theme/theme31.xml" ContentType="application/vnd.openxmlformats-officedocument.theme+xml"/>
  <Override PartName="/ppt/slideMasters/_rels/slideMaster3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26.xml" ContentType="application/vnd.openxmlformats-officedocument.presentationml.slideMaster+xml"/>
  <Override PartName="/ppt/_rels/presentation.xml.rels" ContentType="application/vnd.openxmlformats-package.relationships+xml"/>
  <Override PartName="/ppt/media/image9.png" ContentType="image/png"/>
  <Override PartName="/ppt/media/image17.png" ContentType="image/png"/>
  <Override PartName="/ppt/media/image11.png" ContentType="image/png"/>
  <Override PartName="/ppt/media/image1.jpeg" ContentType="image/jpe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12.png" ContentType="image/png"/>
  <Override PartName="/ppt/media/image4.png" ContentType="image/png"/>
  <Override PartName="/ppt/media/image15.png" ContentType="image/png"/>
  <Override PartName="/ppt/media/image7.png" ContentType="image/png"/>
  <Override PartName="/ppt/media/image3.jpeg" ContentType="image/jpeg"/>
  <Override PartName="/ppt/media/image16.png" ContentType="image/png"/>
  <Override PartName="/ppt/media/image8.png" ContentType="image/png"/>
  <Override PartName="/ppt/media/image10.png" ContentType="image/png"/>
  <Override PartName="/ppt/media/image2.png" ContentType="image/png"/>
  <Override PartName="/ppt/media/image18.png" ContentType="image/png"/>
  <Override PartName="/ppt/media/image19.jpeg" ContentType="image/jpeg"/>
  <Override PartName="/ppt/slideLayouts/_rels/slideLayout3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0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8" r:id="rId25"/>
    <p:sldMasterId id="2147483700" r:id="rId26"/>
    <p:sldMasterId id="2147483702" r:id="rId27"/>
    <p:sldMasterId id="2147483704" r:id="rId28"/>
    <p:sldMasterId id="2147483706" r:id="rId29"/>
    <p:sldMasterId id="2147483708" r:id="rId30"/>
    <p:sldMasterId id="2147483710" r:id="rId31"/>
    <p:sldMasterId id="2147483712" r:id="rId32"/>
    <p:sldMasterId id="2147483714" r:id="rId33"/>
  </p:sldMasterIdLst>
  <p:sldIdLst>
    <p:sldId id="256" r:id="rId34"/>
    <p:sldId id="257" r:id="rId35"/>
    <p:sldId id="258" r:id="rId3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" Target="slides/slide1.xml"/><Relationship Id="rId35" Type="http://schemas.openxmlformats.org/officeDocument/2006/relationships/slide" Target="slides/slide2.xml"/><Relationship Id="rId36" Type="http://schemas.openxmlformats.org/officeDocument/2006/relationships/slide" Target="slides/slide3.xml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Relationship Id="rId5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3657600" y="876240"/>
            <a:ext cx="47592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_1_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3657600" y="876240"/>
            <a:ext cx="232236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/>
          </p:nvPr>
        </p:nvSpPr>
        <p:spPr>
          <a:xfrm>
            <a:off x="6096600" y="876240"/>
            <a:ext cx="232236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ubTitle"/>
          </p:nvPr>
        </p:nvSpPr>
        <p:spPr>
          <a:xfrm>
            <a:off x="3657600" y="876240"/>
            <a:ext cx="47592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3657600" y="876240"/>
            <a:ext cx="47592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3657600" y="876240"/>
            <a:ext cx="232236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6096600" y="876240"/>
            <a:ext cx="232236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8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9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0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1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2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3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4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5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713160" y="655920"/>
            <a:ext cx="7706520" cy="15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5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0" y="3058560"/>
            <a:ext cx="9143640" cy="208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" name="Google Shape;13;p2"/>
          <p:cNvGrpSpPr/>
          <p:nvPr/>
        </p:nvGrpSpPr>
        <p:grpSpPr>
          <a:xfrm>
            <a:off x="-370440" y="241200"/>
            <a:ext cx="1026000" cy="1554120"/>
            <a:chOff x="-370440" y="241200"/>
            <a:chExt cx="1026000" cy="1554120"/>
          </a:xfrm>
        </p:grpSpPr>
        <p:sp>
          <p:nvSpPr>
            <p:cNvPr id="4" name="Google Shape;14;p2"/>
            <p:cNvSpPr/>
            <p:nvPr/>
          </p:nvSpPr>
          <p:spPr>
            <a:xfrm rot="16200000">
              <a:off x="-253440" y="885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" name="Google Shape;15;p2"/>
            <p:cNvSpPr/>
            <p:nvPr/>
          </p:nvSpPr>
          <p:spPr>
            <a:xfrm rot="16200000">
              <a:off x="-253440" y="51624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" name="Google Shape;16;p2"/>
            <p:cNvSpPr/>
            <p:nvPr/>
          </p:nvSpPr>
          <p:spPr>
            <a:xfrm rot="16200000">
              <a:off x="-253440" y="1245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9;p11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84120" y="1680840"/>
            <a:ext cx="6575760" cy="109584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60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" name="Google Shape;102;p11"/>
          <p:cNvGrpSpPr/>
          <p:nvPr/>
        </p:nvGrpSpPr>
        <p:grpSpPr>
          <a:xfrm>
            <a:off x="714960" y="-527040"/>
            <a:ext cx="7728120" cy="6197400"/>
            <a:chOff x="714960" y="-527040"/>
            <a:chExt cx="7728120" cy="6197400"/>
          </a:xfrm>
        </p:grpSpPr>
        <p:grpSp>
          <p:nvGrpSpPr>
            <p:cNvPr id="12" name="Google Shape;103;p11"/>
            <p:cNvGrpSpPr/>
            <p:nvPr/>
          </p:nvGrpSpPr>
          <p:grpSpPr>
            <a:xfrm>
              <a:off x="714960" y="-527040"/>
              <a:ext cx="1554120" cy="1023840"/>
              <a:chOff x="714960" y="-527040"/>
              <a:chExt cx="1554120" cy="1023840"/>
            </a:xfrm>
          </p:grpSpPr>
          <p:sp>
            <p:nvSpPr>
              <p:cNvPr id="13" name="Google Shape;104;p11"/>
              <p:cNvSpPr/>
              <p:nvPr/>
            </p:nvSpPr>
            <p:spPr>
              <a:xfrm flipV="1">
                <a:off x="714960" y="-52704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" name="Google Shape;105;p11"/>
              <p:cNvSpPr/>
              <p:nvPr/>
            </p:nvSpPr>
            <p:spPr>
              <a:xfrm flipV="1">
                <a:off x="1084680" y="-52704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5" name="Google Shape;106;p11"/>
              <p:cNvSpPr/>
              <p:nvPr/>
            </p:nvSpPr>
            <p:spPr>
              <a:xfrm flipV="1">
                <a:off x="1476360" y="-52704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6" name="Google Shape;107;p11"/>
            <p:cNvGrpSpPr/>
            <p:nvPr/>
          </p:nvGrpSpPr>
          <p:grpSpPr>
            <a:xfrm>
              <a:off x="6888960" y="4646520"/>
              <a:ext cx="1554120" cy="1023840"/>
              <a:chOff x="6888960" y="4646520"/>
              <a:chExt cx="1554120" cy="1023840"/>
            </a:xfrm>
          </p:grpSpPr>
          <p:sp>
            <p:nvSpPr>
              <p:cNvPr id="17" name="Google Shape;108;p11"/>
              <p:cNvSpPr/>
              <p:nvPr/>
            </p:nvSpPr>
            <p:spPr>
              <a:xfrm flipV="1">
                <a:off x="6888960" y="46465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" name="Google Shape;109;p11"/>
              <p:cNvSpPr/>
              <p:nvPr/>
            </p:nvSpPr>
            <p:spPr>
              <a:xfrm flipV="1">
                <a:off x="7258680" y="46465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9" name="Google Shape;110;p11"/>
              <p:cNvSpPr/>
              <p:nvPr/>
            </p:nvSpPr>
            <p:spPr>
              <a:xfrm flipV="1">
                <a:off x="7650360" y="46465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13;p13" descr=""/>
          <p:cNvPicPr/>
          <p:nvPr/>
        </p:nvPicPr>
        <p:blipFill>
          <a:blip r:embed="rId2">
            <a:alphaModFix amt="8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5520" y="2885400"/>
            <a:ext cx="734400" cy="44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4204800" y="2885400"/>
            <a:ext cx="734400" cy="44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title"/>
          </p:nvPr>
        </p:nvSpPr>
        <p:spPr>
          <a:xfrm>
            <a:off x="6904080" y="2885400"/>
            <a:ext cx="734400" cy="4471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720000" y="2177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208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" name="Google Shape;125;p13"/>
          <p:cNvGrpSpPr/>
          <p:nvPr/>
        </p:nvGrpSpPr>
        <p:grpSpPr>
          <a:xfrm>
            <a:off x="8496720" y="3348000"/>
            <a:ext cx="1026000" cy="1554480"/>
            <a:chOff x="8496720" y="3348000"/>
            <a:chExt cx="1026000" cy="1554480"/>
          </a:xfrm>
        </p:grpSpPr>
        <p:sp>
          <p:nvSpPr>
            <p:cNvPr id="28" name="Google Shape;126;p13"/>
            <p:cNvSpPr/>
            <p:nvPr/>
          </p:nvSpPr>
          <p:spPr>
            <a:xfrm rot="5400000">
              <a:off x="8613360" y="32313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9" name="Google Shape;127;p13"/>
            <p:cNvSpPr/>
            <p:nvPr/>
          </p:nvSpPr>
          <p:spPr>
            <a:xfrm rot="5400000">
              <a:off x="8613360" y="360144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0" name="Google Shape;128;p13"/>
            <p:cNvSpPr/>
            <p:nvPr/>
          </p:nvSpPr>
          <p:spPr>
            <a:xfrm rot="5400000">
              <a:off x="8613360" y="399312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130;p14" descr=""/>
          <p:cNvPicPr/>
          <p:nvPr/>
        </p:nvPicPr>
        <p:blipFill>
          <a:blip r:embed="rId2">
            <a:alphaModFix amt="8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09200" y="3585240"/>
            <a:ext cx="4359960" cy="5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356800" y="-2160"/>
            <a:ext cx="3209040" cy="51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135;p15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6" name="Google Shape;137;p15"/>
          <p:cNvGrpSpPr/>
          <p:nvPr/>
        </p:nvGrpSpPr>
        <p:grpSpPr>
          <a:xfrm>
            <a:off x="-374760" y="3792960"/>
            <a:ext cx="1023840" cy="1554480"/>
            <a:chOff x="-374760" y="3792960"/>
            <a:chExt cx="1023840" cy="1554480"/>
          </a:xfrm>
        </p:grpSpPr>
        <p:sp>
          <p:nvSpPr>
            <p:cNvPr id="37" name="Google Shape;138;p15"/>
            <p:cNvSpPr/>
            <p:nvPr/>
          </p:nvSpPr>
          <p:spPr>
            <a:xfrm rot="16200000">
              <a:off x="-258840" y="443916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8" name="Google Shape;139;p15"/>
            <p:cNvSpPr/>
            <p:nvPr/>
          </p:nvSpPr>
          <p:spPr>
            <a:xfrm rot="16200000">
              <a:off x="-258840" y="406944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9" name="Google Shape;140;p15"/>
            <p:cNvSpPr/>
            <p:nvPr/>
          </p:nvSpPr>
          <p:spPr>
            <a:xfrm rot="16200000">
              <a:off x="-258840" y="367740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40" name="Google Shape;141;p15"/>
          <p:cNvGrpSpPr/>
          <p:nvPr/>
        </p:nvGrpSpPr>
        <p:grpSpPr>
          <a:xfrm>
            <a:off x="7776360" y="-529920"/>
            <a:ext cx="1554480" cy="1023840"/>
            <a:chOff x="7776360" y="-529920"/>
            <a:chExt cx="1554480" cy="1023840"/>
          </a:xfrm>
        </p:grpSpPr>
        <p:sp>
          <p:nvSpPr>
            <p:cNvPr id="41" name="Google Shape;142;p15"/>
            <p:cNvSpPr/>
            <p:nvPr/>
          </p:nvSpPr>
          <p:spPr>
            <a:xfrm flipV="1">
              <a:off x="7776360" y="-529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-360 h 1023840"/>
                <a:gd name="textAreaBottom" fmla="*/ 102384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2" name="Google Shape;143;p15"/>
            <p:cNvSpPr/>
            <p:nvPr/>
          </p:nvSpPr>
          <p:spPr>
            <a:xfrm flipV="1">
              <a:off x="8146080" y="-529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-360 h 1023840"/>
                <a:gd name="textAreaBottom" fmla="*/ 102384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3" name="Google Shape;144;p15"/>
            <p:cNvSpPr/>
            <p:nvPr/>
          </p:nvSpPr>
          <p:spPr>
            <a:xfrm flipV="1">
              <a:off x="8538120" y="-529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-360 h 1023840"/>
                <a:gd name="textAreaBottom" fmla="*/ 102384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46;p16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993600" y="2794320"/>
            <a:ext cx="3496680" cy="151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21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8" name="Google Shape;150;p16"/>
          <p:cNvGrpSpPr/>
          <p:nvPr/>
        </p:nvGrpSpPr>
        <p:grpSpPr>
          <a:xfrm>
            <a:off x="7079400" y="4651920"/>
            <a:ext cx="1554480" cy="1023840"/>
            <a:chOff x="7079400" y="4651920"/>
            <a:chExt cx="1554480" cy="1023840"/>
          </a:xfrm>
        </p:grpSpPr>
        <p:sp>
          <p:nvSpPr>
            <p:cNvPr id="49" name="Google Shape;151;p16"/>
            <p:cNvSpPr/>
            <p:nvPr/>
          </p:nvSpPr>
          <p:spPr>
            <a:xfrm flipV="1">
              <a:off x="7079400" y="4651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3840"/>
                <a:gd name="textAreaBottom" fmla="*/ 102456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0" name="Google Shape;152;p16"/>
            <p:cNvSpPr/>
            <p:nvPr/>
          </p:nvSpPr>
          <p:spPr>
            <a:xfrm flipV="1">
              <a:off x="7449120" y="4651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3840"/>
                <a:gd name="textAreaBottom" fmla="*/ 102456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1" name="Google Shape;153;p16"/>
            <p:cNvSpPr/>
            <p:nvPr/>
          </p:nvSpPr>
          <p:spPr>
            <a:xfrm flipV="1">
              <a:off x="7841160" y="4651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3840"/>
                <a:gd name="textAreaBottom" fmla="*/ 102456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155;p17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079280" y="2052720"/>
            <a:ext cx="2784960" cy="10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54" name="Google Shape;158;p17"/>
          <p:cNvGrpSpPr/>
          <p:nvPr/>
        </p:nvGrpSpPr>
        <p:grpSpPr>
          <a:xfrm>
            <a:off x="1227960" y="-519480"/>
            <a:ext cx="2518200" cy="6195240"/>
            <a:chOff x="1227960" y="-519480"/>
            <a:chExt cx="2518200" cy="6195240"/>
          </a:xfrm>
        </p:grpSpPr>
        <p:grpSp>
          <p:nvGrpSpPr>
            <p:cNvPr id="55" name="Google Shape;159;p17"/>
            <p:cNvGrpSpPr/>
            <p:nvPr/>
          </p:nvGrpSpPr>
          <p:grpSpPr>
            <a:xfrm>
              <a:off x="2191680" y="-519480"/>
              <a:ext cx="1554480" cy="1023840"/>
              <a:chOff x="2191680" y="-519480"/>
              <a:chExt cx="1554480" cy="1023840"/>
            </a:xfrm>
          </p:grpSpPr>
          <p:sp>
            <p:nvSpPr>
              <p:cNvPr id="56" name="Google Shape;160;p17"/>
              <p:cNvSpPr/>
              <p:nvPr/>
            </p:nvSpPr>
            <p:spPr>
              <a:xfrm rot="10800000">
                <a:off x="295344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7" name="Google Shape;161;p17"/>
              <p:cNvSpPr/>
              <p:nvPr/>
            </p:nvSpPr>
            <p:spPr>
              <a:xfrm rot="10800000">
                <a:off x="258372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58" name="Google Shape;162;p17"/>
              <p:cNvSpPr/>
              <p:nvPr/>
            </p:nvSpPr>
            <p:spPr>
              <a:xfrm rot="10800000">
                <a:off x="219168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59" name="Google Shape;163;p17"/>
            <p:cNvGrpSpPr/>
            <p:nvPr/>
          </p:nvGrpSpPr>
          <p:grpSpPr>
            <a:xfrm>
              <a:off x="1227960" y="4651920"/>
              <a:ext cx="1554120" cy="1023840"/>
              <a:chOff x="1227960" y="4651920"/>
              <a:chExt cx="1554120" cy="1023840"/>
            </a:xfrm>
          </p:grpSpPr>
          <p:sp>
            <p:nvSpPr>
              <p:cNvPr id="60" name="Google Shape;164;p17"/>
              <p:cNvSpPr/>
              <p:nvPr/>
            </p:nvSpPr>
            <p:spPr>
              <a:xfrm rot="10800000">
                <a:off x="198936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1" name="Google Shape;165;p17"/>
              <p:cNvSpPr/>
              <p:nvPr/>
            </p:nvSpPr>
            <p:spPr>
              <a:xfrm rot="10800000">
                <a:off x="161964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2" name="Google Shape;166;p17"/>
              <p:cNvSpPr/>
              <p:nvPr/>
            </p:nvSpPr>
            <p:spPr>
              <a:xfrm rot="10800000">
                <a:off x="122796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168;p18" descr=""/>
          <p:cNvPicPr/>
          <p:nvPr/>
        </p:nvPicPr>
        <p:blipFill>
          <a:blip r:embed="rId2">
            <a:alphaModFix amt="8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279760" y="2052720"/>
            <a:ext cx="2784960" cy="10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6" name="Google Shape;171;p18"/>
          <p:cNvGrpSpPr/>
          <p:nvPr/>
        </p:nvGrpSpPr>
        <p:grpSpPr>
          <a:xfrm>
            <a:off x="5113800" y="-519480"/>
            <a:ext cx="2518200" cy="6195240"/>
            <a:chOff x="5113800" y="-519480"/>
            <a:chExt cx="2518200" cy="6195240"/>
          </a:xfrm>
        </p:grpSpPr>
        <p:grpSp>
          <p:nvGrpSpPr>
            <p:cNvPr id="67" name="Google Shape;172;p18"/>
            <p:cNvGrpSpPr/>
            <p:nvPr/>
          </p:nvGrpSpPr>
          <p:grpSpPr>
            <a:xfrm>
              <a:off x="5113800" y="-519480"/>
              <a:ext cx="1554480" cy="1023840"/>
              <a:chOff x="5113800" y="-519480"/>
              <a:chExt cx="1554480" cy="1023840"/>
            </a:xfrm>
          </p:grpSpPr>
          <p:sp>
            <p:nvSpPr>
              <p:cNvPr id="68" name="Google Shape;173;p18"/>
              <p:cNvSpPr/>
              <p:nvPr/>
            </p:nvSpPr>
            <p:spPr>
              <a:xfrm flipV="1">
                <a:off x="511380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69" name="Google Shape;174;p18"/>
              <p:cNvSpPr/>
              <p:nvPr/>
            </p:nvSpPr>
            <p:spPr>
              <a:xfrm flipV="1">
                <a:off x="548352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0" name="Google Shape;175;p18"/>
              <p:cNvSpPr/>
              <p:nvPr/>
            </p:nvSpPr>
            <p:spPr>
              <a:xfrm flipV="1">
                <a:off x="587556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71" name="Google Shape;176;p18"/>
            <p:cNvGrpSpPr/>
            <p:nvPr/>
          </p:nvGrpSpPr>
          <p:grpSpPr>
            <a:xfrm>
              <a:off x="6077880" y="4651920"/>
              <a:ext cx="1554120" cy="1023840"/>
              <a:chOff x="6077880" y="4651920"/>
              <a:chExt cx="1554120" cy="1023840"/>
            </a:xfrm>
          </p:grpSpPr>
          <p:sp>
            <p:nvSpPr>
              <p:cNvPr id="72" name="Google Shape;177;p18"/>
              <p:cNvSpPr/>
              <p:nvPr/>
            </p:nvSpPr>
            <p:spPr>
              <a:xfrm flipV="1">
                <a:off x="607788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3" name="Google Shape;178;p18"/>
              <p:cNvSpPr/>
              <p:nvPr/>
            </p:nvSpPr>
            <p:spPr>
              <a:xfrm flipV="1">
                <a:off x="644760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74" name="Google Shape;179;p18"/>
              <p:cNvSpPr/>
              <p:nvPr/>
            </p:nvSpPr>
            <p:spPr>
              <a:xfrm flipV="1">
                <a:off x="683928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81;p19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414040" y="1380960"/>
            <a:ext cx="2549520" cy="105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78" name="Google Shape;184;p19"/>
          <p:cNvGrpSpPr/>
          <p:nvPr/>
        </p:nvGrpSpPr>
        <p:grpSpPr>
          <a:xfrm>
            <a:off x="667440" y="529920"/>
            <a:ext cx="8844480" cy="5145840"/>
            <a:chOff x="667440" y="529920"/>
            <a:chExt cx="8844480" cy="5145840"/>
          </a:xfrm>
        </p:grpSpPr>
        <p:grpSp>
          <p:nvGrpSpPr>
            <p:cNvPr id="79" name="Google Shape;185;p19"/>
            <p:cNvGrpSpPr/>
            <p:nvPr/>
          </p:nvGrpSpPr>
          <p:grpSpPr>
            <a:xfrm>
              <a:off x="8488080" y="529920"/>
              <a:ext cx="1023840" cy="1554120"/>
              <a:chOff x="8488080" y="529920"/>
              <a:chExt cx="1023840" cy="1554120"/>
            </a:xfrm>
          </p:grpSpPr>
          <p:sp>
            <p:nvSpPr>
              <p:cNvPr id="80" name="Google Shape;186;p19"/>
              <p:cNvSpPr/>
              <p:nvPr/>
            </p:nvSpPr>
            <p:spPr>
              <a:xfrm flipV="1" rot="5400000">
                <a:off x="8603640" y="41436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1" name="Google Shape;187;p19"/>
              <p:cNvSpPr/>
              <p:nvPr/>
            </p:nvSpPr>
            <p:spPr>
              <a:xfrm flipV="1" rot="5400000">
                <a:off x="8603640" y="7840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2" name="Google Shape;188;p19"/>
              <p:cNvSpPr/>
              <p:nvPr/>
            </p:nvSpPr>
            <p:spPr>
              <a:xfrm flipV="1" rot="5400000">
                <a:off x="8603640" y="117576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83" name="Google Shape;189;p19"/>
            <p:cNvGrpSpPr/>
            <p:nvPr/>
          </p:nvGrpSpPr>
          <p:grpSpPr>
            <a:xfrm>
              <a:off x="667440" y="4651920"/>
              <a:ext cx="1554480" cy="1023840"/>
              <a:chOff x="667440" y="4651920"/>
              <a:chExt cx="1554480" cy="1023840"/>
            </a:xfrm>
          </p:grpSpPr>
          <p:sp>
            <p:nvSpPr>
              <p:cNvPr id="84" name="Google Shape;190;p19"/>
              <p:cNvSpPr/>
              <p:nvPr/>
            </p:nvSpPr>
            <p:spPr>
              <a:xfrm flipV="1">
                <a:off x="66744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5" name="Google Shape;191;p19"/>
              <p:cNvSpPr/>
              <p:nvPr/>
            </p:nvSpPr>
            <p:spPr>
              <a:xfrm flipV="1">
                <a:off x="103752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86" name="Google Shape;192;p19"/>
              <p:cNvSpPr/>
              <p:nvPr/>
            </p:nvSpPr>
            <p:spPr>
              <a:xfrm flipV="1">
                <a:off x="142920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194;p20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body"/>
          </p:nvPr>
        </p:nvSpPr>
        <p:spPr>
          <a:xfrm>
            <a:off x="0" y="2956680"/>
            <a:ext cx="9143640" cy="21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8;p3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133880" y="2276640"/>
            <a:ext cx="4282560" cy="14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title"/>
          </p:nvPr>
        </p:nvSpPr>
        <p:spPr>
          <a:xfrm>
            <a:off x="4210200" y="1114200"/>
            <a:ext cx="1618920" cy="841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60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571680" y="-2160"/>
            <a:ext cx="3209040" cy="51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95" name="Google Shape;23;p3"/>
          <p:cNvGrpSpPr/>
          <p:nvPr/>
        </p:nvGrpSpPr>
        <p:grpSpPr>
          <a:xfrm>
            <a:off x="7129800" y="-530640"/>
            <a:ext cx="1554480" cy="1026000"/>
            <a:chOff x="7129800" y="-530640"/>
            <a:chExt cx="1554480" cy="1026000"/>
          </a:xfrm>
        </p:grpSpPr>
        <p:sp>
          <p:nvSpPr>
            <p:cNvPr id="96" name="Google Shape;24;p3"/>
            <p:cNvSpPr/>
            <p:nvPr/>
          </p:nvSpPr>
          <p:spPr>
            <a:xfrm flipH="1">
              <a:off x="789156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7" name="Google Shape;25;p3"/>
            <p:cNvSpPr/>
            <p:nvPr/>
          </p:nvSpPr>
          <p:spPr>
            <a:xfrm flipH="1">
              <a:off x="752184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8" name="Google Shape;26;p3"/>
            <p:cNvSpPr/>
            <p:nvPr/>
          </p:nvSpPr>
          <p:spPr>
            <a:xfrm flipH="1">
              <a:off x="712980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99;p21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01" name="Google Shape;203;p21"/>
          <p:cNvGrpSpPr/>
          <p:nvPr/>
        </p:nvGrpSpPr>
        <p:grpSpPr>
          <a:xfrm>
            <a:off x="-370440" y="309240"/>
            <a:ext cx="9884880" cy="4524840"/>
            <a:chOff x="-370440" y="309240"/>
            <a:chExt cx="9884880" cy="4524840"/>
          </a:xfrm>
        </p:grpSpPr>
        <p:grpSp>
          <p:nvGrpSpPr>
            <p:cNvPr id="102" name="Google Shape;204;p21"/>
            <p:cNvGrpSpPr/>
            <p:nvPr/>
          </p:nvGrpSpPr>
          <p:grpSpPr>
            <a:xfrm>
              <a:off x="-370440" y="3279600"/>
              <a:ext cx="1026000" cy="1554480"/>
              <a:chOff x="-370440" y="3279600"/>
              <a:chExt cx="1026000" cy="1554480"/>
            </a:xfrm>
          </p:grpSpPr>
          <p:sp>
            <p:nvSpPr>
              <p:cNvPr id="103" name="Google Shape;205;p21"/>
              <p:cNvSpPr/>
              <p:nvPr/>
            </p:nvSpPr>
            <p:spPr>
              <a:xfrm flipV="1" rot="5400000">
                <a:off x="-253800" y="31629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4" name="Google Shape;206;p21"/>
              <p:cNvSpPr/>
              <p:nvPr/>
            </p:nvSpPr>
            <p:spPr>
              <a:xfrm flipV="1" rot="5400000">
                <a:off x="-253800" y="35326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5" name="Google Shape;207;p21"/>
              <p:cNvSpPr/>
              <p:nvPr/>
            </p:nvSpPr>
            <p:spPr>
              <a:xfrm flipV="1" rot="5400000">
                <a:off x="-253800" y="39247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06" name="Google Shape;208;p21"/>
            <p:cNvGrpSpPr/>
            <p:nvPr/>
          </p:nvGrpSpPr>
          <p:grpSpPr>
            <a:xfrm>
              <a:off x="8488440" y="309240"/>
              <a:ext cx="1026000" cy="1554480"/>
              <a:chOff x="8488440" y="309240"/>
              <a:chExt cx="1026000" cy="1554480"/>
            </a:xfrm>
          </p:grpSpPr>
          <p:sp>
            <p:nvSpPr>
              <p:cNvPr id="107" name="Google Shape;209;p21"/>
              <p:cNvSpPr/>
              <p:nvPr/>
            </p:nvSpPr>
            <p:spPr>
              <a:xfrm flipV="1" rot="16200000">
                <a:off x="8605080" y="9543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8" name="Google Shape;210;p21"/>
              <p:cNvSpPr/>
              <p:nvPr/>
            </p:nvSpPr>
            <p:spPr>
              <a:xfrm flipV="1" rot="16200000">
                <a:off x="8605080" y="58464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09" name="Google Shape;211;p21"/>
              <p:cNvSpPr/>
              <p:nvPr/>
            </p:nvSpPr>
            <p:spPr>
              <a:xfrm flipV="1" rot="16200000">
                <a:off x="8605080" y="19260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213;p22" descr=""/>
          <p:cNvPicPr/>
          <p:nvPr/>
        </p:nvPicPr>
        <p:blipFill>
          <a:blip r:embed="rId2">
            <a:alphaModFix amt="8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3" name="Google Shape;219;p22"/>
          <p:cNvGrpSpPr/>
          <p:nvPr/>
        </p:nvGrpSpPr>
        <p:grpSpPr>
          <a:xfrm>
            <a:off x="1011600" y="-529560"/>
            <a:ext cx="7120800" cy="6203160"/>
            <a:chOff x="1011600" y="-529560"/>
            <a:chExt cx="7120800" cy="6203160"/>
          </a:xfrm>
        </p:grpSpPr>
        <p:grpSp>
          <p:nvGrpSpPr>
            <p:cNvPr id="114" name="Google Shape;220;p22"/>
            <p:cNvGrpSpPr/>
            <p:nvPr/>
          </p:nvGrpSpPr>
          <p:grpSpPr>
            <a:xfrm>
              <a:off x="1011600" y="-529560"/>
              <a:ext cx="1554480" cy="1026000"/>
              <a:chOff x="1011600" y="-529560"/>
              <a:chExt cx="1554480" cy="1026000"/>
            </a:xfrm>
          </p:grpSpPr>
          <p:sp>
            <p:nvSpPr>
              <p:cNvPr id="115" name="Google Shape;221;p22"/>
              <p:cNvSpPr/>
              <p:nvPr/>
            </p:nvSpPr>
            <p:spPr>
              <a:xfrm>
                <a:off x="1011600" y="-5295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16" name="Google Shape;222;p22"/>
              <p:cNvSpPr/>
              <p:nvPr/>
            </p:nvSpPr>
            <p:spPr>
              <a:xfrm>
                <a:off x="1381320" y="-5295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17" name="Google Shape;223;p22"/>
              <p:cNvSpPr/>
              <p:nvPr/>
            </p:nvSpPr>
            <p:spPr>
              <a:xfrm>
                <a:off x="1773360" y="-5295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18" name="Google Shape;224;p22"/>
            <p:cNvGrpSpPr/>
            <p:nvPr/>
          </p:nvGrpSpPr>
          <p:grpSpPr>
            <a:xfrm>
              <a:off x="6577920" y="4649760"/>
              <a:ext cx="1554480" cy="1023840"/>
              <a:chOff x="6577920" y="4649760"/>
              <a:chExt cx="1554480" cy="1023840"/>
            </a:xfrm>
          </p:grpSpPr>
          <p:sp>
            <p:nvSpPr>
              <p:cNvPr id="119" name="Google Shape;225;p22"/>
              <p:cNvSpPr/>
              <p:nvPr/>
            </p:nvSpPr>
            <p:spPr>
              <a:xfrm>
                <a:off x="6577920" y="464976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20" name="Google Shape;226;p22"/>
              <p:cNvSpPr/>
              <p:nvPr/>
            </p:nvSpPr>
            <p:spPr>
              <a:xfrm>
                <a:off x="6947640" y="464976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21" name="Google Shape;227;p22"/>
              <p:cNvSpPr/>
              <p:nvPr/>
            </p:nvSpPr>
            <p:spPr>
              <a:xfrm>
                <a:off x="7339680" y="464976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3840"/>
                  <a:gd name="textAreaBottom" fmla="*/ 102420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229;p23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713160" y="1133640"/>
            <a:ext cx="3858480" cy="345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4558320" y="1133640"/>
            <a:ext cx="3858480" cy="345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27" name="Google Shape;233;p23"/>
          <p:cNvGrpSpPr/>
          <p:nvPr/>
        </p:nvGrpSpPr>
        <p:grpSpPr>
          <a:xfrm>
            <a:off x="655920" y="286200"/>
            <a:ext cx="8856000" cy="5386320"/>
            <a:chOff x="655920" y="286200"/>
            <a:chExt cx="8856000" cy="5386320"/>
          </a:xfrm>
        </p:grpSpPr>
        <p:grpSp>
          <p:nvGrpSpPr>
            <p:cNvPr id="128" name="Google Shape;234;p23"/>
            <p:cNvGrpSpPr/>
            <p:nvPr/>
          </p:nvGrpSpPr>
          <p:grpSpPr>
            <a:xfrm>
              <a:off x="655920" y="4646520"/>
              <a:ext cx="1554480" cy="1026000"/>
              <a:chOff x="655920" y="4646520"/>
              <a:chExt cx="1554480" cy="1026000"/>
            </a:xfrm>
          </p:grpSpPr>
          <p:sp>
            <p:nvSpPr>
              <p:cNvPr id="129" name="Google Shape;235;p23"/>
              <p:cNvSpPr/>
              <p:nvPr/>
            </p:nvSpPr>
            <p:spPr>
              <a:xfrm flipH="1">
                <a:off x="1417680" y="464652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0" name="Google Shape;236;p23"/>
              <p:cNvSpPr/>
              <p:nvPr/>
            </p:nvSpPr>
            <p:spPr>
              <a:xfrm flipH="1">
                <a:off x="1047960" y="464652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1" name="Google Shape;237;p23"/>
              <p:cNvSpPr/>
              <p:nvPr/>
            </p:nvSpPr>
            <p:spPr>
              <a:xfrm flipH="1">
                <a:off x="655920" y="464652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32" name="Google Shape;238;p23"/>
            <p:cNvGrpSpPr/>
            <p:nvPr/>
          </p:nvGrpSpPr>
          <p:grpSpPr>
            <a:xfrm>
              <a:off x="8488080" y="286200"/>
              <a:ext cx="1023840" cy="1554120"/>
              <a:chOff x="8488080" y="286200"/>
              <a:chExt cx="1023840" cy="1554120"/>
            </a:xfrm>
          </p:grpSpPr>
          <p:sp>
            <p:nvSpPr>
              <p:cNvPr id="133" name="Google Shape;239;p23"/>
              <p:cNvSpPr/>
              <p:nvPr/>
            </p:nvSpPr>
            <p:spPr>
              <a:xfrm flipV="1" rot="5400000">
                <a:off x="8603640" y="17064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4" name="Google Shape;240;p23"/>
              <p:cNvSpPr/>
              <p:nvPr/>
            </p:nvSpPr>
            <p:spPr>
              <a:xfrm flipV="1" rot="5400000">
                <a:off x="8603640" y="54036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35" name="Google Shape;241;p23"/>
              <p:cNvSpPr/>
              <p:nvPr/>
            </p:nvSpPr>
            <p:spPr>
              <a:xfrm flipV="1" rot="5400000">
                <a:off x="8603640" y="93204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243;p24" descr=""/>
          <p:cNvPicPr/>
          <p:nvPr/>
        </p:nvPicPr>
        <p:blipFill>
          <a:blip r:embed="rId2">
            <a:alphaModFix amt="8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13160" y="1171440"/>
            <a:ext cx="3582360" cy="98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713160" y="2379240"/>
            <a:ext cx="3582360" cy="98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713160" y="3586680"/>
            <a:ext cx="3582360" cy="98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1" name="Google Shape;254;p24"/>
          <p:cNvGrpSpPr/>
          <p:nvPr/>
        </p:nvGrpSpPr>
        <p:grpSpPr>
          <a:xfrm>
            <a:off x="-370440" y="309600"/>
            <a:ext cx="9884880" cy="4524120"/>
            <a:chOff x="-370440" y="309600"/>
            <a:chExt cx="9884880" cy="4524120"/>
          </a:xfrm>
        </p:grpSpPr>
        <p:grpSp>
          <p:nvGrpSpPr>
            <p:cNvPr id="142" name="Google Shape;255;p24"/>
            <p:cNvGrpSpPr/>
            <p:nvPr/>
          </p:nvGrpSpPr>
          <p:grpSpPr>
            <a:xfrm>
              <a:off x="-370440" y="309600"/>
              <a:ext cx="1026000" cy="1554480"/>
              <a:chOff x="-370440" y="309600"/>
              <a:chExt cx="1026000" cy="1554480"/>
            </a:xfrm>
          </p:grpSpPr>
          <p:sp>
            <p:nvSpPr>
              <p:cNvPr id="143" name="Google Shape;256;p24"/>
              <p:cNvSpPr/>
              <p:nvPr/>
            </p:nvSpPr>
            <p:spPr>
              <a:xfrm rot="16200000">
                <a:off x="-253440" y="9547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4" name="Google Shape;257;p24"/>
              <p:cNvSpPr/>
              <p:nvPr/>
            </p:nvSpPr>
            <p:spPr>
              <a:xfrm rot="16200000">
                <a:off x="-253440" y="58500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5" name="Google Shape;258;p24"/>
              <p:cNvSpPr/>
              <p:nvPr/>
            </p:nvSpPr>
            <p:spPr>
              <a:xfrm rot="16200000">
                <a:off x="-253440" y="1929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46" name="Google Shape;259;p24"/>
            <p:cNvGrpSpPr/>
            <p:nvPr/>
          </p:nvGrpSpPr>
          <p:grpSpPr>
            <a:xfrm>
              <a:off x="8488440" y="3279240"/>
              <a:ext cx="1026000" cy="1554480"/>
              <a:chOff x="8488440" y="3279240"/>
              <a:chExt cx="1026000" cy="1554480"/>
            </a:xfrm>
          </p:grpSpPr>
          <p:sp>
            <p:nvSpPr>
              <p:cNvPr id="147" name="Google Shape;260;p24"/>
              <p:cNvSpPr/>
              <p:nvPr/>
            </p:nvSpPr>
            <p:spPr>
              <a:xfrm rot="5400000">
                <a:off x="8605080" y="316260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8" name="Google Shape;261;p24"/>
              <p:cNvSpPr/>
              <p:nvPr/>
            </p:nvSpPr>
            <p:spPr>
              <a:xfrm rot="5400000">
                <a:off x="8605080" y="35326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49" name="Google Shape;262;p24"/>
              <p:cNvSpPr/>
              <p:nvPr/>
            </p:nvSpPr>
            <p:spPr>
              <a:xfrm rot="5400000">
                <a:off x="8605080" y="39243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264;p25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1062720" y="1333440"/>
            <a:ext cx="1134000" cy="169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body"/>
          </p:nvPr>
        </p:nvSpPr>
        <p:spPr>
          <a:xfrm>
            <a:off x="3024360" y="1333440"/>
            <a:ext cx="1133640" cy="169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body"/>
          </p:nvPr>
        </p:nvSpPr>
        <p:spPr>
          <a:xfrm>
            <a:off x="4985640" y="1333440"/>
            <a:ext cx="1133640" cy="169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6947280" y="1333440"/>
            <a:ext cx="1133640" cy="169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6" name="Google Shape;278;p25"/>
          <p:cNvGrpSpPr/>
          <p:nvPr/>
        </p:nvGrpSpPr>
        <p:grpSpPr>
          <a:xfrm>
            <a:off x="468360" y="-530640"/>
            <a:ext cx="8206920" cy="6203160"/>
            <a:chOff x="468360" y="-530640"/>
            <a:chExt cx="8206920" cy="6203160"/>
          </a:xfrm>
        </p:grpSpPr>
        <p:grpSp>
          <p:nvGrpSpPr>
            <p:cNvPr id="157" name="Google Shape;279;p25"/>
            <p:cNvGrpSpPr/>
            <p:nvPr/>
          </p:nvGrpSpPr>
          <p:grpSpPr>
            <a:xfrm>
              <a:off x="468360" y="4646520"/>
              <a:ext cx="1554480" cy="1026000"/>
              <a:chOff x="468360" y="4646520"/>
              <a:chExt cx="1554480" cy="1026000"/>
            </a:xfrm>
          </p:grpSpPr>
          <p:sp>
            <p:nvSpPr>
              <p:cNvPr id="158" name="Google Shape;280;p25"/>
              <p:cNvSpPr/>
              <p:nvPr/>
            </p:nvSpPr>
            <p:spPr>
              <a:xfrm>
                <a:off x="468360" y="46465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59" name="Google Shape;281;p25"/>
              <p:cNvSpPr/>
              <p:nvPr/>
            </p:nvSpPr>
            <p:spPr>
              <a:xfrm>
                <a:off x="838080" y="46465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0" name="Google Shape;282;p25"/>
              <p:cNvSpPr/>
              <p:nvPr/>
            </p:nvSpPr>
            <p:spPr>
              <a:xfrm>
                <a:off x="1230120" y="46465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61" name="Google Shape;283;p25"/>
            <p:cNvGrpSpPr/>
            <p:nvPr/>
          </p:nvGrpSpPr>
          <p:grpSpPr>
            <a:xfrm>
              <a:off x="7120800" y="-530640"/>
              <a:ext cx="1554480" cy="1026000"/>
              <a:chOff x="7120800" y="-530640"/>
              <a:chExt cx="1554480" cy="1026000"/>
            </a:xfrm>
          </p:grpSpPr>
          <p:sp>
            <p:nvSpPr>
              <p:cNvPr id="162" name="Google Shape;284;p25"/>
              <p:cNvSpPr/>
              <p:nvPr/>
            </p:nvSpPr>
            <p:spPr>
              <a:xfrm flipH="1">
                <a:off x="7882560" y="-53064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3" name="Google Shape;285;p25"/>
              <p:cNvSpPr/>
              <p:nvPr/>
            </p:nvSpPr>
            <p:spPr>
              <a:xfrm flipH="1">
                <a:off x="7512840" y="-53064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64" name="Google Shape;286;p25"/>
              <p:cNvSpPr/>
              <p:nvPr/>
            </p:nvSpPr>
            <p:spPr>
              <a:xfrm flipH="1">
                <a:off x="7120800" y="-53064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288;p26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67" name="Google Shape;302;p26"/>
          <p:cNvGrpSpPr/>
          <p:nvPr/>
        </p:nvGrpSpPr>
        <p:grpSpPr>
          <a:xfrm>
            <a:off x="-370440" y="-530280"/>
            <a:ext cx="9043920" cy="2393280"/>
            <a:chOff x="-370440" y="-530280"/>
            <a:chExt cx="9043920" cy="2393280"/>
          </a:xfrm>
        </p:grpSpPr>
        <p:grpSp>
          <p:nvGrpSpPr>
            <p:cNvPr id="168" name="Google Shape;303;p26"/>
            <p:cNvGrpSpPr/>
            <p:nvPr/>
          </p:nvGrpSpPr>
          <p:grpSpPr>
            <a:xfrm>
              <a:off x="-370440" y="308520"/>
              <a:ext cx="1026000" cy="1554480"/>
              <a:chOff x="-370440" y="308520"/>
              <a:chExt cx="1026000" cy="1554480"/>
            </a:xfrm>
          </p:grpSpPr>
          <p:sp>
            <p:nvSpPr>
              <p:cNvPr id="169" name="Google Shape;304;p26"/>
              <p:cNvSpPr/>
              <p:nvPr/>
            </p:nvSpPr>
            <p:spPr>
              <a:xfrm rot="16200000">
                <a:off x="-253440" y="95364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70" name="Google Shape;305;p26"/>
              <p:cNvSpPr/>
              <p:nvPr/>
            </p:nvSpPr>
            <p:spPr>
              <a:xfrm rot="16200000">
                <a:off x="-253440" y="5839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71" name="Google Shape;306;p26"/>
              <p:cNvSpPr/>
              <p:nvPr/>
            </p:nvSpPr>
            <p:spPr>
              <a:xfrm rot="16200000">
                <a:off x="-253440" y="1918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72" name="Google Shape;307;p26"/>
            <p:cNvGrpSpPr/>
            <p:nvPr/>
          </p:nvGrpSpPr>
          <p:grpSpPr>
            <a:xfrm>
              <a:off x="7119000" y="-530280"/>
              <a:ext cx="1554480" cy="1026000"/>
              <a:chOff x="7119000" y="-530280"/>
              <a:chExt cx="1554480" cy="1026000"/>
            </a:xfrm>
          </p:grpSpPr>
          <p:sp>
            <p:nvSpPr>
              <p:cNvPr id="173" name="Google Shape;308;p26"/>
              <p:cNvSpPr/>
              <p:nvPr/>
            </p:nvSpPr>
            <p:spPr>
              <a:xfrm rot="10800000">
                <a:off x="7880760" y="-5302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74" name="Google Shape;309;p26"/>
              <p:cNvSpPr/>
              <p:nvPr/>
            </p:nvSpPr>
            <p:spPr>
              <a:xfrm rot="10800000">
                <a:off x="7511040" y="-5302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75" name="Google Shape;310;p26"/>
              <p:cNvSpPr/>
              <p:nvPr/>
            </p:nvSpPr>
            <p:spPr>
              <a:xfrm rot="10800000">
                <a:off x="7119000" y="-5302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312;p27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19280" y="788760"/>
            <a:ext cx="4696560" cy="6501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2223720" y="2086560"/>
            <a:ext cx="4696560" cy="6501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title"/>
          </p:nvPr>
        </p:nvSpPr>
        <p:spPr>
          <a:xfrm>
            <a:off x="3727800" y="3384000"/>
            <a:ext cx="4696560" cy="6501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xx%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1" name="Google Shape;319;p27"/>
          <p:cNvGrpSpPr/>
          <p:nvPr/>
        </p:nvGrpSpPr>
        <p:grpSpPr>
          <a:xfrm>
            <a:off x="-370440" y="309240"/>
            <a:ext cx="9884880" cy="4524840"/>
            <a:chOff x="-370440" y="309240"/>
            <a:chExt cx="9884880" cy="4524840"/>
          </a:xfrm>
        </p:grpSpPr>
        <p:grpSp>
          <p:nvGrpSpPr>
            <p:cNvPr id="182" name="Google Shape;320;p27"/>
            <p:cNvGrpSpPr/>
            <p:nvPr/>
          </p:nvGrpSpPr>
          <p:grpSpPr>
            <a:xfrm>
              <a:off x="-370440" y="3279600"/>
              <a:ext cx="1026000" cy="1554480"/>
              <a:chOff x="-370440" y="3279600"/>
              <a:chExt cx="1026000" cy="1554480"/>
            </a:xfrm>
          </p:grpSpPr>
          <p:sp>
            <p:nvSpPr>
              <p:cNvPr id="183" name="Google Shape;321;p27"/>
              <p:cNvSpPr/>
              <p:nvPr/>
            </p:nvSpPr>
            <p:spPr>
              <a:xfrm flipV="1" rot="5400000">
                <a:off x="-253800" y="31629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4" name="Google Shape;322;p27"/>
              <p:cNvSpPr/>
              <p:nvPr/>
            </p:nvSpPr>
            <p:spPr>
              <a:xfrm flipV="1" rot="5400000">
                <a:off x="-253800" y="35326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5" name="Google Shape;323;p27"/>
              <p:cNvSpPr/>
              <p:nvPr/>
            </p:nvSpPr>
            <p:spPr>
              <a:xfrm flipV="1" rot="5400000">
                <a:off x="-253800" y="39247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86" name="Google Shape;324;p27"/>
            <p:cNvGrpSpPr/>
            <p:nvPr/>
          </p:nvGrpSpPr>
          <p:grpSpPr>
            <a:xfrm>
              <a:off x="8488440" y="309240"/>
              <a:ext cx="1026000" cy="1554480"/>
              <a:chOff x="8488440" y="309240"/>
              <a:chExt cx="1026000" cy="1554480"/>
            </a:xfrm>
          </p:grpSpPr>
          <p:sp>
            <p:nvSpPr>
              <p:cNvPr id="187" name="Google Shape;325;p27"/>
              <p:cNvSpPr/>
              <p:nvPr/>
            </p:nvSpPr>
            <p:spPr>
              <a:xfrm flipV="1" rot="16200000">
                <a:off x="8605080" y="9543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8" name="Google Shape;326;p27"/>
              <p:cNvSpPr/>
              <p:nvPr/>
            </p:nvSpPr>
            <p:spPr>
              <a:xfrm flipV="1" rot="16200000">
                <a:off x="8605080" y="58464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189" name="Google Shape;327;p27"/>
              <p:cNvSpPr/>
              <p:nvPr/>
            </p:nvSpPr>
            <p:spPr>
              <a:xfrm flipV="1" rot="16200000">
                <a:off x="8605080" y="19260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329;p28" descr=""/>
          <p:cNvPicPr/>
          <p:nvPr/>
        </p:nvPicPr>
        <p:blipFill>
          <a:blip r:embed="rId2">
            <a:alphaModFix amt="80000"/>
          </a:blip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11800" y="658440"/>
            <a:ext cx="354096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5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5356800" y="-2160"/>
            <a:ext cx="3209040" cy="51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4" name="Google Shape;333;p28"/>
          <p:cNvSpPr/>
          <p:nvPr/>
        </p:nvSpPr>
        <p:spPr>
          <a:xfrm>
            <a:off x="812880" y="3530520"/>
            <a:ext cx="35409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CREDITS:</a:t>
            </a: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 This presentation template was created by </a:t>
            </a:r>
            <a:r>
              <a:rPr b="1" lang="en" sz="1200" strike="noStrike" u="sng">
                <a:solidFill>
                  <a:schemeClr val="dk1"/>
                </a:solidFill>
                <a:uFillTx/>
                <a:latin typeface="Bai Jamjuree"/>
                <a:ea typeface="Bai Jamjuree"/>
                <a:hlinkClick r:id="rId3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, and includes icons by </a:t>
            </a:r>
            <a:r>
              <a:rPr b="1" lang="en" sz="1200" strike="noStrike" u="sng">
                <a:solidFill>
                  <a:schemeClr val="dk1"/>
                </a:solidFill>
                <a:uFillTx/>
                <a:latin typeface="Bai Jamjuree"/>
                <a:ea typeface="Bai Jamjuree"/>
                <a:hlinkClick r:id="rId4"/>
              </a:rPr>
              <a:t>Flaticon</a:t>
            </a: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, and infographics &amp; images by </a:t>
            </a:r>
            <a:r>
              <a:rPr b="1" lang="en" sz="1200" strike="noStrike" u="sng">
                <a:solidFill>
                  <a:schemeClr val="dk1"/>
                </a:solidFill>
                <a:uFillTx/>
                <a:latin typeface="Bai Jamjuree"/>
                <a:ea typeface="Bai Jamjuree"/>
                <a:hlinkClick r:id="rId5"/>
              </a:rPr>
              <a:t>Freepik</a:t>
            </a:r>
            <a:r>
              <a:rPr b="0" lang="en" sz="1200" strike="noStrike" u="sng">
                <a:solidFill>
                  <a:schemeClr val="dk1"/>
                </a:solidFill>
                <a:uFillTx/>
                <a:latin typeface="Bai Jamjuree"/>
                <a:ea typeface="Bai Jamjuree"/>
              </a:rPr>
              <a:t> 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95" name="Google Shape;334;p28"/>
          <p:cNvGrpSpPr/>
          <p:nvPr/>
        </p:nvGrpSpPr>
        <p:grpSpPr>
          <a:xfrm>
            <a:off x="-379800" y="-2160"/>
            <a:ext cx="1026000" cy="1554480"/>
            <a:chOff x="-379800" y="-2160"/>
            <a:chExt cx="1026000" cy="1554480"/>
          </a:xfrm>
        </p:grpSpPr>
        <p:sp>
          <p:nvSpPr>
            <p:cNvPr id="196" name="Google Shape;335;p28"/>
            <p:cNvSpPr/>
            <p:nvPr/>
          </p:nvSpPr>
          <p:spPr>
            <a:xfrm rot="16200000">
              <a:off x="-262800" y="642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97" name="Google Shape;336;p28"/>
            <p:cNvSpPr/>
            <p:nvPr/>
          </p:nvSpPr>
          <p:spPr>
            <a:xfrm rot="16200000">
              <a:off x="-262800" y="27324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98" name="Google Shape;337;p28"/>
            <p:cNvSpPr/>
            <p:nvPr/>
          </p:nvSpPr>
          <p:spPr>
            <a:xfrm rot="16200000">
              <a:off x="-262800" y="-11880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6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339;p29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200" name="Google Shape;340;p29"/>
          <p:cNvGrpSpPr/>
          <p:nvPr/>
        </p:nvGrpSpPr>
        <p:grpSpPr>
          <a:xfrm>
            <a:off x="3802320" y="4646520"/>
            <a:ext cx="1554120" cy="1026000"/>
            <a:chOff x="3802320" y="4646520"/>
            <a:chExt cx="1554120" cy="1026000"/>
          </a:xfrm>
        </p:grpSpPr>
        <p:sp>
          <p:nvSpPr>
            <p:cNvPr id="201" name="Google Shape;341;p29"/>
            <p:cNvSpPr/>
            <p:nvPr/>
          </p:nvSpPr>
          <p:spPr>
            <a:xfrm flipH="1">
              <a:off x="4563720" y="464652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2" name="Google Shape;342;p29"/>
            <p:cNvSpPr/>
            <p:nvPr/>
          </p:nvSpPr>
          <p:spPr>
            <a:xfrm flipH="1">
              <a:off x="4194000" y="464652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3" name="Google Shape;343;p29"/>
            <p:cNvSpPr/>
            <p:nvPr/>
          </p:nvSpPr>
          <p:spPr>
            <a:xfrm flipH="1">
              <a:off x="3802320" y="464652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04" name="Google Shape;344;p29"/>
          <p:cNvGrpSpPr/>
          <p:nvPr/>
        </p:nvGrpSpPr>
        <p:grpSpPr>
          <a:xfrm>
            <a:off x="3796560" y="-530640"/>
            <a:ext cx="1554480" cy="1026000"/>
            <a:chOff x="3796560" y="-530640"/>
            <a:chExt cx="1554480" cy="1026000"/>
          </a:xfrm>
        </p:grpSpPr>
        <p:sp>
          <p:nvSpPr>
            <p:cNvPr id="205" name="Google Shape;345;p29"/>
            <p:cNvSpPr/>
            <p:nvPr/>
          </p:nvSpPr>
          <p:spPr>
            <a:xfrm flipH="1">
              <a:off x="455832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6" name="Google Shape;346;p29"/>
            <p:cNvSpPr/>
            <p:nvPr/>
          </p:nvSpPr>
          <p:spPr>
            <a:xfrm flipH="1">
              <a:off x="418860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7" name="Google Shape;347;p29"/>
            <p:cNvSpPr/>
            <p:nvPr/>
          </p:nvSpPr>
          <p:spPr>
            <a:xfrm flipH="1">
              <a:off x="379656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349;p30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209" name="Google Shape;350;p30"/>
          <p:cNvGrpSpPr/>
          <p:nvPr/>
        </p:nvGrpSpPr>
        <p:grpSpPr>
          <a:xfrm>
            <a:off x="7088400" y="4646520"/>
            <a:ext cx="1554480" cy="1026000"/>
            <a:chOff x="7088400" y="4646520"/>
            <a:chExt cx="1554480" cy="1026000"/>
          </a:xfrm>
        </p:grpSpPr>
        <p:sp>
          <p:nvSpPr>
            <p:cNvPr id="210" name="Google Shape;351;p30"/>
            <p:cNvSpPr/>
            <p:nvPr/>
          </p:nvSpPr>
          <p:spPr>
            <a:xfrm flipH="1">
              <a:off x="7850160" y="464652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11" name="Google Shape;352;p30"/>
            <p:cNvSpPr/>
            <p:nvPr/>
          </p:nvSpPr>
          <p:spPr>
            <a:xfrm flipH="1">
              <a:off x="7480080" y="464652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12" name="Google Shape;353;p30"/>
            <p:cNvSpPr/>
            <p:nvPr/>
          </p:nvSpPr>
          <p:spPr>
            <a:xfrm flipH="1">
              <a:off x="7088400" y="464652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13" name="Google Shape;354;p30"/>
          <p:cNvGrpSpPr/>
          <p:nvPr/>
        </p:nvGrpSpPr>
        <p:grpSpPr>
          <a:xfrm>
            <a:off x="496800" y="4646520"/>
            <a:ext cx="1554480" cy="1026000"/>
            <a:chOff x="496800" y="4646520"/>
            <a:chExt cx="1554480" cy="1026000"/>
          </a:xfrm>
        </p:grpSpPr>
        <p:sp>
          <p:nvSpPr>
            <p:cNvPr id="214" name="Google Shape;355;p30"/>
            <p:cNvSpPr/>
            <p:nvPr/>
          </p:nvSpPr>
          <p:spPr>
            <a:xfrm>
              <a:off x="496800" y="464652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15" name="Google Shape;356;p30"/>
            <p:cNvSpPr/>
            <p:nvPr/>
          </p:nvSpPr>
          <p:spPr>
            <a:xfrm>
              <a:off x="866880" y="464652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16" name="Google Shape;357;p30"/>
            <p:cNvSpPr/>
            <p:nvPr/>
          </p:nvSpPr>
          <p:spPr>
            <a:xfrm>
              <a:off x="1258560" y="464652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8;p4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18" name="PlaceHolder 1"/>
          <p:cNvSpPr>
            <a:spLocks noGrp="1"/>
          </p:cNvSpPr>
          <p:nvPr>
            <p:ph type="body"/>
          </p:nvPr>
        </p:nvSpPr>
        <p:spPr>
          <a:xfrm>
            <a:off x="3657600" y="876240"/>
            <a:ext cx="47592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0" name="Google Shape;31;p4"/>
          <p:cNvGrpSpPr/>
          <p:nvPr/>
        </p:nvGrpSpPr>
        <p:grpSpPr>
          <a:xfrm>
            <a:off x="923040" y="-519480"/>
            <a:ext cx="2518200" cy="6195240"/>
            <a:chOff x="923040" y="-519480"/>
            <a:chExt cx="2518200" cy="6195240"/>
          </a:xfrm>
        </p:grpSpPr>
        <p:grpSp>
          <p:nvGrpSpPr>
            <p:cNvPr id="221" name="Google Shape;32;p4"/>
            <p:cNvGrpSpPr/>
            <p:nvPr/>
          </p:nvGrpSpPr>
          <p:grpSpPr>
            <a:xfrm>
              <a:off x="923040" y="-519480"/>
              <a:ext cx="1554120" cy="1023840"/>
              <a:chOff x="923040" y="-519480"/>
              <a:chExt cx="1554120" cy="1023840"/>
            </a:xfrm>
          </p:grpSpPr>
          <p:sp>
            <p:nvSpPr>
              <p:cNvPr id="222" name="Google Shape;33;p4"/>
              <p:cNvSpPr/>
              <p:nvPr/>
            </p:nvSpPr>
            <p:spPr>
              <a:xfrm flipV="1">
                <a:off x="92304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23" name="Google Shape;34;p4"/>
              <p:cNvSpPr/>
              <p:nvPr/>
            </p:nvSpPr>
            <p:spPr>
              <a:xfrm flipV="1">
                <a:off x="129276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24" name="Google Shape;35;p4"/>
              <p:cNvSpPr/>
              <p:nvPr/>
            </p:nvSpPr>
            <p:spPr>
              <a:xfrm flipV="1">
                <a:off x="1684440" y="-51948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-360 h 1023840"/>
                  <a:gd name="textAreaBottom" fmla="*/ 102384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25" name="Google Shape;36;p4"/>
            <p:cNvGrpSpPr/>
            <p:nvPr/>
          </p:nvGrpSpPr>
          <p:grpSpPr>
            <a:xfrm>
              <a:off x="1886760" y="4651920"/>
              <a:ext cx="1554480" cy="1023840"/>
              <a:chOff x="1886760" y="4651920"/>
              <a:chExt cx="1554480" cy="1023840"/>
            </a:xfrm>
          </p:grpSpPr>
          <p:sp>
            <p:nvSpPr>
              <p:cNvPr id="226" name="Google Shape;37;p4"/>
              <p:cNvSpPr/>
              <p:nvPr/>
            </p:nvSpPr>
            <p:spPr>
              <a:xfrm flipV="1">
                <a:off x="188676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27" name="Google Shape;38;p4"/>
              <p:cNvSpPr/>
              <p:nvPr/>
            </p:nvSpPr>
            <p:spPr>
              <a:xfrm flipV="1">
                <a:off x="225648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28" name="Google Shape;39;p4"/>
              <p:cNvSpPr/>
              <p:nvPr/>
            </p:nvSpPr>
            <p:spPr>
              <a:xfrm flipV="1">
                <a:off x="2648520" y="4651920"/>
                <a:ext cx="792720" cy="102384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3840"/>
                  <a:gd name="textAreaBottom" fmla="*/ 1024560 h 102384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3"/>
    <p:sldLayoutId id="2147483694" r:id="rId4"/>
    <p:sldLayoutId id="2147483695" r:id="rId5"/>
    <p:sldLayoutId id="2147483696" r:id="rId6"/>
    <p:sldLayoutId id="2147483697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359;p31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grpSp>
        <p:nvGrpSpPr>
          <p:cNvPr id="238" name="Google Shape;360;p31"/>
          <p:cNvGrpSpPr/>
          <p:nvPr/>
        </p:nvGrpSpPr>
        <p:grpSpPr>
          <a:xfrm>
            <a:off x="2994480" y="-530640"/>
            <a:ext cx="1554480" cy="1026000"/>
            <a:chOff x="2994480" y="-530640"/>
            <a:chExt cx="1554480" cy="1026000"/>
          </a:xfrm>
        </p:grpSpPr>
        <p:sp>
          <p:nvSpPr>
            <p:cNvPr id="239" name="Google Shape;361;p31"/>
            <p:cNvSpPr/>
            <p:nvPr/>
          </p:nvSpPr>
          <p:spPr>
            <a:xfrm flipH="1">
              <a:off x="375624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40" name="Google Shape;362;p31"/>
            <p:cNvSpPr/>
            <p:nvPr/>
          </p:nvSpPr>
          <p:spPr>
            <a:xfrm flipH="1">
              <a:off x="338652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41" name="Google Shape;363;p31"/>
            <p:cNvSpPr/>
            <p:nvPr/>
          </p:nvSpPr>
          <p:spPr>
            <a:xfrm flipH="1">
              <a:off x="2994480" y="-530640"/>
              <a:ext cx="792720" cy="1026000"/>
            </a:xfrm>
            <a:custGeom>
              <a:avLst/>
              <a:gdLst>
                <a:gd name="textAreaLeft" fmla="*/ 360 w 792720"/>
                <a:gd name="textAreaRight" fmla="*/ 79344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42" name="Google Shape;364;p31"/>
          <p:cNvGrpSpPr/>
          <p:nvPr/>
        </p:nvGrpSpPr>
        <p:grpSpPr>
          <a:xfrm>
            <a:off x="4594680" y="-530640"/>
            <a:ext cx="1554480" cy="1026000"/>
            <a:chOff x="4594680" y="-530640"/>
            <a:chExt cx="1554480" cy="1026000"/>
          </a:xfrm>
        </p:grpSpPr>
        <p:sp>
          <p:nvSpPr>
            <p:cNvPr id="243" name="Google Shape;365;p31"/>
            <p:cNvSpPr/>
            <p:nvPr/>
          </p:nvSpPr>
          <p:spPr>
            <a:xfrm>
              <a:off x="4594680" y="-53064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44" name="Google Shape;366;p31"/>
            <p:cNvSpPr/>
            <p:nvPr/>
          </p:nvSpPr>
          <p:spPr>
            <a:xfrm>
              <a:off x="4964400" y="-53064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45" name="Google Shape;367;p31"/>
            <p:cNvSpPr/>
            <p:nvPr/>
          </p:nvSpPr>
          <p:spPr>
            <a:xfrm>
              <a:off x="5356440" y="-53064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41;p5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13160" y="1324080"/>
            <a:ext cx="358236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713160" y="3038400"/>
            <a:ext cx="3582360" cy="133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0" name="Google Shape;49;p5"/>
          <p:cNvGrpSpPr/>
          <p:nvPr/>
        </p:nvGrpSpPr>
        <p:grpSpPr>
          <a:xfrm>
            <a:off x="-370440" y="3279600"/>
            <a:ext cx="9043920" cy="2392920"/>
            <a:chOff x="-370440" y="3279600"/>
            <a:chExt cx="9043920" cy="2392920"/>
          </a:xfrm>
        </p:grpSpPr>
        <p:grpSp>
          <p:nvGrpSpPr>
            <p:cNvPr id="251" name="Google Shape;50;p5"/>
            <p:cNvGrpSpPr/>
            <p:nvPr/>
          </p:nvGrpSpPr>
          <p:grpSpPr>
            <a:xfrm>
              <a:off x="-370440" y="3279600"/>
              <a:ext cx="1026000" cy="1554480"/>
              <a:chOff x="-370440" y="3279600"/>
              <a:chExt cx="1026000" cy="1554480"/>
            </a:xfrm>
          </p:grpSpPr>
          <p:sp>
            <p:nvSpPr>
              <p:cNvPr id="252" name="Google Shape;51;p5"/>
              <p:cNvSpPr/>
              <p:nvPr/>
            </p:nvSpPr>
            <p:spPr>
              <a:xfrm flipV="1" rot="5400000">
                <a:off x="-253800" y="316296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3" name="Google Shape;52;p5"/>
              <p:cNvSpPr/>
              <p:nvPr/>
            </p:nvSpPr>
            <p:spPr>
              <a:xfrm flipV="1" rot="5400000">
                <a:off x="-253800" y="353268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4" name="Google Shape;53;p5"/>
              <p:cNvSpPr/>
              <p:nvPr/>
            </p:nvSpPr>
            <p:spPr>
              <a:xfrm flipV="1" rot="5400000">
                <a:off x="-253800" y="3924720"/>
                <a:ext cx="792720" cy="1026000"/>
              </a:xfrm>
              <a:custGeom>
                <a:avLst/>
                <a:gdLst>
                  <a:gd name="textAreaLeft" fmla="*/ 0 w 792720"/>
                  <a:gd name="textAreaRight" fmla="*/ 793080 w 792720"/>
                  <a:gd name="textAreaTop" fmla="*/ 360 h 1026000"/>
                  <a:gd name="textAreaBottom" fmla="*/ 102672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255" name="Google Shape;54;p5"/>
            <p:cNvGrpSpPr/>
            <p:nvPr/>
          </p:nvGrpSpPr>
          <p:grpSpPr>
            <a:xfrm>
              <a:off x="7119000" y="4646520"/>
              <a:ext cx="1554480" cy="1026000"/>
              <a:chOff x="7119000" y="4646520"/>
              <a:chExt cx="1554480" cy="1026000"/>
            </a:xfrm>
          </p:grpSpPr>
          <p:sp>
            <p:nvSpPr>
              <p:cNvPr id="256" name="Google Shape;55;p5"/>
              <p:cNvSpPr/>
              <p:nvPr/>
            </p:nvSpPr>
            <p:spPr>
              <a:xfrm flipH="1">
                <a:off x="7880760" y="464652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7" name="Google Shape;56;p5"/>
              <p:cNvSpPr/>
              <p:nvPr/>
            </p:nvSpPr>
            <p:spPr>
              <a:xfrm flipH="1">
                <a:off x="7510680" y="464652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258" name="Google Shape;57;p5"/>
              <p:cNvSpPr/>
              <p:nvPr/>
            </p:nvSpPr>
            <p:spPr>
              <a:xfrm flipH="1">
                <a:off x="7119000" y="4646520"/>
                <a:ext cx="792720" cy="1026000"/>
              </a:xfrm>
              <a:custGeom>
                <a:avLst/>
                <a:gdLst>
                  <a:gd name="textAreaLeft" fmla="*/ 360 w 792720"/>
                  <a:gd name="textAreaRight" fmla="*/ 793440 w 792720"/>
                  <a:gd name="textAreaTop" fmla="*/ 0 h 1026000"/>
                  <a:gd name="textAreaBottom" fmla="*/ 1026360 h 1026000"/>
                </a:gdLst>
                <a:ahLst/>
                <a:rect l="textAreaLeft" t="textAreaTop" r="textAreaRight" b="textAreaBottom"/>
                <a:pathLst>
                  <a:path w="34403" h="44531">
                    <a:moveTo>
                      <a:pt x="0" y="0"/>
                    </a:moveTo>
                    <a:lnTo>
                      <a:pt x="8842" y="0"/>
                    </a:lnTo>
                    <a:lnTo>
                      <a:pt x="34403" y="44531"/>
                    </a:lnTo>
                    <a:lnTo>
                      <a:pt x="25240" y="4453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US" sz="18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59;p6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4" name="Google Shape;61;p6"/>
          <p:cNvGrpSpPr/>
          <p:nvPr/>
        </p:nvGrpSpPr>
        <p:grpSpPr>
          <a:xfrm>
            <a:off x="-374760" y="-219960"/>
            <a:ext cx="1023840" cy="1554480"/>
            <a:chOff x="-374760" y="-219960"/>
            <a:chExt cx="1023840" cy="1554480"/>
          </a:xfrm>
        </p:grpSpPr>
        <p:sp>
          <p:nvSpPr>
            <p:cNvPr id="265" name="Google Shape;62;p6"/>
            <p:cNvSpPr/>
            <p:nvPr/>
          </p:nvSpPr>
          <p:spPr>
            <a:xfrm flipV="1" rot="5400000">
              <a:off x="-259200" y="-3355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3840"/>
                <a:gd name="textAreaBottom" fmla="*/ 102456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66" name="Google Shape;63;p6"/>
            <p:cNvSpPr/>
            <p:nvPr/>
          </p:nvSpPr>
          <p:spPr>
            <a:xfrm flipV="1" rot="5400000">
              <a:off x="-259200" y="3420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3840"/>
                <a:gd name="textAreaBottom" fmla="*/ 102456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67" name="Google Shape;64;p6"/>
            <p:cNvSpPr/>
            <p:nvPr/>
          </p:nvSpPr>
          <p:spPr>
            <a:xfrm flipV="1" rot="5400000">
              <a:off x="-259200" y="42624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3840"/>
                <a:gd name="textAreaBottom" fmla="*/ 102456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68" name="Google Shape;65;p6"/>
          <p:cNvGrpSpPr/>
          <p:nvPr/>
        </p:nvGrpSpPr>
        <p:grpSpPr>
          <a:xfrm>
            <a:off x="7776360" y="4642920"/>
            <a:ext cx="1554480" cy="1023840"/>
            <a:chOff x="7776360" y="4642920"/>
            <a:chExt cx="1554480" cy="1023840"/>
          </a:xfrm>
        </p:grpSpPr>
        <p:sp>
          <p:nvSpPr>
            <p:cNvPr id="269" name="Google Shape;66;p6"/>
            <p:cNvSpPr/>
            <p:nvPr/>
          </p:nvSpPr>
          <p:spPr>
            <a:xfrm>
              <a:off x="7776360" y="4642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70" name="Google Shape;67;p6"/>
            <p:cNvSpPr/>
            <p:nvPr/>
          </p:nvSpPr>
          <p:spPr>
            <a:xfrm>
              <a:off x="8146080" y="4642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71" name="Google Shape;68;p6"/>
            <p:cNvSpPr/>
            <p:nvPr/>
          </p:nvSpPr>
          <p:spPr>
            <a:xfrm>
              <a:off x="8538120" y="464292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70;p7" descr="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3566160" cy="10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5356800" y="-2160"/>
            <a:ext cx="3209040" cy="51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7" name="Google Shape;74;p7"/>
          <p:cNvGrpSpPr/>
          <p:nvPr/>
        </p:nvGrpSpPr>
        <p:grpSpPr>
          <a:xfrm>
            <a:off x="-370440" y="309600"/>
            <a:ext cx="1026000" cy="1554480"/>
            <a:chOff x="-370440" y="309600"/>
            <a:chExt cx="1026000" cy="1554480"/>
          </a:xfrm>
        </p:grpSpPr>
        <p:sp>
          <p:nvSpPr>
            <p:cNvPr id="278" name="Google Shape;75;p7"/>
            <p:cNvSpPr/>
            <p:nvPr/>
          </p:nvSpPr>
          <p:spPr>
            <a:xfrm rot="16200000">
              <a:off x="-253440" y="95472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79" name="Google Shape;76;p7"/>
            <p:cNvSpPr/>
            <p:nvPr/>
          </p:nvSpPr>
          <p:spPr>
            <a:xfrm rot="16200000">
              <a:off x="-253440" y="58500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80" name="Google Shape;77;p7"/>
            <p:cNvSpPr/>
            <p:nvPr/>
          </p:nvSpPr>
          <p:spPr>
            <a:xfrm rot="16200000">
              <a:off x="-253440" y="192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6000"/>
                <a:gd name="textAreaBottom" fmla="*/ 102636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79;p8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713880" y="660600"/>
            <a:ext cx="7715880" cy="17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0" y="2956680"/>
            <a:ext cx="9143640" cy="21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84" name="Google Shape;82;p8"/>
          <p:cNvGrpSpPr/>
          <p:nvPr/>
        </p:nvGrpSpPr>
        <p:grpSpPr>
          <a:xfrm>
            <a:off x="8496720" y="240840"/>
            <a:ext cx="1026000" cy="1554480"/>
            <a:chOff x="8496720" y="240840"/>
            <a:chExt cx="1026000" cy="1554480"/>
          </a:xfrm>
        </p:grpSpPr>
        <p:sp>
          <p:nvSpPr>
            <p:cNvPr id="285" name="Google Shape;83;p8"/>
            <p:cNvSpPr/>
            <p:nvPr/>
          </p:nvSpPr>
          <p:spPr>
            <a:xfrm flipV="1" rot="16200000">
              <a:off x="8613360" y="885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6000"/>
                <a:gd name="textAreaBottom" fmla="*/ 102672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86" name="Google Shape;84;p8"/>
            <p:cNvSpPr/>
            <p:nvPr/>
          </p:nvSpPr>
          <p:spPr>
            <a:xfrm flipV="1" rot="16200000">
              <a:off x="8613360" y="51588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6000"/>
                <a:gd name="textAreaBottom" fmla="*/ 102672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87" name="Google Shape;85;p8"/>
            <p:cNvSpPr/>
            <p:nvPr/>
          </p:nvSpPr>
          <p:spPr>
            <a:xfrm flipV="1" rot="16200000">
              <a:off x="8613360" y="12420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6000"/>
                <a:gd name="textAreaBottom" fmla="*/ 102672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3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87;p9" descr=""/>
          <p:cNvPicPr/>
          <p:nvPr/>
        </p:nvPicPr>
        <p:blipFill>
          <a:blip r:embed="rId2">
            <a:alphaModFix amt="80000"/>
          </a:blip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712080" y="1409040"/>
            <a:ext cx="3320280" cy="119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6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5356800" y="-2160"/>
            <a:ext cx="3209040" cy="514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1" name="Google Shape;91;p9"/>
          <p:cNvGrpSpPr/>
          <p:nvPr/>
        </p:nvGrpSpPr>
        <p:grpSpPr>
          <a:xfrm>
            <a:off x="448920" y="4647960"/>
            <a:ext cx="1554120" cy="1026000"/>
            <a:chOff x="448920" y="4647960"/>
            <a:chExt cx="1554120" cy="1026000"/>
          </a:xfrm>
        </p:grpSpPr>
        <p:sp>
          <p:nvSpPr>
            <p:cNvPr id="292" name="Google Shape;92;p9"/>
            <p:cNvSpPr/>
            <p:nvPr/>
          </p:nvSpPr>
          <p:spPr>
            <a:xfrm flipV="1">
              <a:off x="448920" y="4647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6000"/>
                <a:gd name="textAreaBottom" fmla="*/ 102672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93" name="Google Shape;93;p9"/>
            <p:cNvSpPr/>
            <p:nvPr/>
          </p:nvSpPr>
          <p:spPr>
            <a:xfrm flipV="1">
              <a:off x="818640" y="4647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6000"/>
                <a:gd name="textAreaBottom" fmla="*/ 102672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94" name="Google Shape;94;p9"/>
            <p:cNvSpPr/>
            <p:nvPr/>
          </p:nvSpPr>
          <p:spPr>
            <a:xfrm flipV="1">
              <a:off x="1210320" y="4647960"/>
              <a:ext cx="792720" cy="102600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360 h 1026000"/>
                <a:gd name="textAreaBottom" fmla="*/ 1026720 h 102600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body"/>
          </p:nvPr>
        </p:nvSpPr>
        <p:spPr>
          <a:xfrm>
            <a:off x="-3240" y="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title"/>
          </p:nvPr>
        </p:nvSpPr>
        <p:spPr>
          <a:xfrm>
            <a:off x="720000" y="691920"/>
            <a:ext cx="3618720" cy="98424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23600" y="511200"/>
            <a:ext cx="769680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3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3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hyperlink" Target="https://documenter.getpostman.com/view/8210376/TWDRqyaV" TargetMode="External"/><Relationship Id="rId2" Type="http://schemas.openxmlformats.org/officeDocument/2006/relationships/hyperlink" Target="https://telraam-api.net/v1/reports/traffic_snapshot" TargetMode="External"/><Relationship Id="rId3" Type="http://schemas.openxmlformats.org/officeDocument/2006/relationships/hyperlink" Target="https://api.tomtom.com/maps/orbis/places/reverseGeocode" TargetMode="External"/><Relationship Id="rId4" Type="http://schemas.openxmlformats.org/officeDocument/2006/relationships/slideLayout" Target="../slideLayouts/slideLayout2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78;p35" descr=""/>
          <p:cNvPicPr/>
          <p:nvPr/>
        </p:nvPicPr>
        <p:blipFill>
          <a:blip r:embed="rId1"/>
          <a:srcRect l="0" t="27364" r="0" b="31958"/>
          <a:stretch/>
        </p:blipFill>
        <p:spPr>
          <a:xfrm>
            <a:off x="0" y="3058560"/>
            <a:ext cx="9143640" cy="2084400"/>
          </a:xfrm>
          <a:prstGeom prst="rect">
            <a:avLst/>
          </a:prstGeom>
          <a:ln w="0">
            <a:noFill/>
          </a:ln>
        </p:spPr>
      </p:pic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713160" y="274680"/>
            <a:ext cx="7706520" cy="15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" sz="36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Traffic Jam Detection and Anomaly Analysis in Berlin Using Sensor Data</a:t>
            </a:r>
            <a:endParaRPr b="0" lang="en-US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ubTitle"/>
          </p:nvPr>
        </p:nvSpPr>
        <p:spPr>
          <a:xfrm>
            <a:off x="2121480" y="1884600"/>
            <a:ext cx="4986000" cy="48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Nancy Bou Kamel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Berliner Hochschule für Technick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indent="0" algn="ctr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Urbane Technologien </a:t>
            </a:r>
            <a:endParaRPr b="1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indent="0" algn="ctr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Prof. Dr. Felix Bießmann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indent="0" algn="ctr">
              <a:lnSpc>
                <a:spcPct val="10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27 March 2025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Problem Settings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5" name="Google Shape;391;p36"/>
          <p:cNvSpPr/>
          <p:nvPr/>
        </p:nvSpPr>
        <p:spPr>
          <a:xfrm>
            <a:off x="720000" y="1136160"/>
            <a:ext cx="77036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6" name="Google Shape;392;p36"/>
          <p:cNvSpPr/>
          <p:nvPr/>
        </p:nvSpPr>
        <p:spPr>
          <a:xfrm>
            <a:off x="1650240" y="4133520"/>
            <a:ext cx="171288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7" name="Google Shape;393;p36"/>
          <p:cNvSpPr/>
          <p:nvPr/>
        </p:nvSpPr>
        <p:spPr>
          <a:xfrm>
            <a:off x="4493880" y="4133520"/>
            <a:ext cx="299952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914400" y="1708920"/>
            <a:ext cx="8001000" cy="332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Arial"/>
              </a:rPr>
              <a:t>Goal: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Detect traffic anomalies (jams) across Berlin's segments and time intervals using real-time sensor data.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Why it’s important: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Traffic Management: Efficient handling of jams reduces delays and accidents.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Public Safety: Early detection lowers the risk of road blockages.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Urban Planning: Helps optimize infrastructure and improve road safety.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89;p 1"/>
          <p:cNvSpPr txBox="1"/>
          <p:nvPr/>
        </p:nvSpPr>
        <p:spPr>
          <a:xfrm>
            <a:off x="525960" y="342000"/>
            <a:ext cx="4274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Data Set: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5257800" y="1714320"/>
            <a:ext cx="3657600" cy="1943280"/>
          </a:xfrm>
          <a:prstGeom prst="rect">
            <a:avLst/>
          </a:prstGeom>
          <a:ln w="0">
            <a:noFill/>
          </a:ln>
        </p:spPr>
      </p:pic>
      <p:sp>
        <p:nvSpPr>
          <p:cNvPr id="311" name=""/>
          <p:cNvSpPr txBox="1"/>
          <p:nvPr/>
        </p:nvSpPr>
        <p:spPr>
          <a:xfrm>
            <a:off x="457200" y="979560"/>
            <a:ext cx="4800600" cy="349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Teleraam Documentation: https://documenter.getpostman.com/view/8210376/TWDRqyaV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Data: </a:t>
            </a: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Aggregated hourly &amp; quarterly, adjusted for uptime.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Road Segment = Side of a street between two corners.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Multiple instances per segment → averaged data.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Data available via API.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89;p 2"/>
          <p:cNvSpPr txBox="1"/>
          <p:nvPr/>
        </p:nvSpPr>
        <p:spPr>
          <a:xfrm>
            <a:off x="525960" y="342000"/>
            <a:ext cx="4274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Limitations: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685800" y="1371600"/>
            <a:ext cx="4069080" cy="258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/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No raw images or video: Only count data recorded.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V1 uptime (0.7–0.8): 20–30% data missed.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Uptime = time actively counting.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Low uptime adds uncertainty (e.g., sunrise/sunset).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V2 (S2): Near 100% uptime, but more expensive than V1.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</p:txBody>
      </p:sp>
      <p:pic>
        <p:nvPicPr>
          <p:cNvPr id="314" name="" descr=""/>
          <p:cNvPicPr/>
          <p:nvPr/>
        </p:nvPicPr>
        <p:blipFill>
          <a:blip r:embed="rId1">
            <a:biLevel thresh="50000"/>
          </a:blip>
          <a:stretch/>
        </p:blipFill>
        <p:spPr>
          <a:xfrm>
            <a:off x="5715000" y="1527120"/>
            <a:ext cx="2359080" cy="235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89;p 3"/>
          <p:cNvSpPr txBox="1"/>
          <p:nvPr/>
        </p:nvSpPr>
        <p:spPr>
          <a:xfrm>
            <a:off x="297360" y="342000"/>
            <a:ext cx="4274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Data Collection: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85800" y="1371600"/>
            <a:ext cx="7772400" cy="327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Data Source</a:t>
            </a: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: Telraam API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API Used: traffic_snapshot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Area: "13.27,52.64,13.55,52.46" (Berlin)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Data: Extracted live traffic segments with segment IDs and coordinates.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Data Enrichment: </a:t>
            </a: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TomTom Georeverse API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Process: Used Telraam segment coordinates to query TomTom for street-level info (street names only).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Historical Traffic Data:</a:t>
            </a: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 Telraam API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Time Range: 2024-01-01 to 2024-11-30 (hourly)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Merged Data: 460,259 rows, 25 columns, 78 unique segments.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Key Columns</a:t>
            </a: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: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Segment ID, Date, Interval, Uptime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Traffic Counts: Car, Heavy, Bike, Pedestrian (Direction-specific)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Speed Data: v85 (Speed threshold respected by 85% of drivers)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Timezone: Local time conversion used.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249480" y="914400"/>
            <a:ext cx="4322520" cy="3772080"/>
          </a:xfrm>
          <a:prstGeom prst="rect">
            <a:avLst/>
          </a:prstGeom>
          <a:ln w="0">
            <a:noFill/>
          </a:ln>
        </p:spPr>
      </p:pic>
      <p:pic>
        <p:nvPicPr>
          <p:cNvPr id="318" name="" descr=""/>
          <p:cNvPicPr/>
          <p:nvPr/>
        </p:nvPicPr>
        <p:blipFill>
          <a:blip r:embed="rId2"/>
          <a:stretch/>
        </p:blipFill>
        <p:spPr>
          <a:xfrm>
            <a:off x="4800600" y="914400"/>
            <a:ext cx="4114800" cy="3772080"/>
          </a:xfrm>
          <a:prstGeom prst="rect">
            <a:avLst/>
          </a:prstGeom>
          <a:ln w="0">
            <a:noFill/>
          </a:ln>
        </p:spPr>
      </p:pic>
      <p:sp>
        <p:nvSpPr>
          <p:cNvPr id="319" name=""/>
          <p:cNvSpPr txBox="1"/>
          <p:nvPr/>
        </p:nvSpPr>
        <p:spPr>
          <a:xfrm>
            <a:off x="685800" y="4800600"/>
            <a:ext cx="297180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Central Berlin Segments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486400" y="4768200"/>
            <a:ext cx="2971800" cy="26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West Berlin Segments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1" name="Google Shape;389;p 4"/>
          <p:cNvSpPr txBox="1"/>
          <p:nvPr/>
        </p:nvSpPr>
        <p:spPr>
          <a:xfrm>
            <a:off x="525960" y="342000"/>
            <a:ext cx="427464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Berlin Segments: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356616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Methods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457200" y="1371960"/>
            <a:ext cx="43434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Only 50 segments have complete hourly traffic data from January to November 2024.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Rows with zero uptime were excluded to avoid distortion in anomaly detection, as they indicate no traffic activity or sensor malfunctions.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The 'time_interval' column was created because traffic density differs across time periods: Night (0-6), Morning (6-10), Midday (10-14), Afternoon (14-17), and Evening (17-24).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A threshold of 0.5 will be used to exclude very low uptime values, ensuring more reliable traffic data by avoiding sensor malfunctions or inactivity.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Car count is normalized by dividing the observed count by the uptime to account for differences in segment uptime.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1"/>
          <a:stretch/>
        </p:blipFill>
        <p:spPr>
          <a:xfrm>
            <a:off x="4852800" y="1371600"/>
            <a:ext cx="4062600" cy="29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447;p 1"/>
          <p:cNvSpPr txBox="1"/>
          <p:nvPr/>
        </p:nvSpPr>
        <p:spPr>
          <a:xfrm>
            <a:off x="720000" y="22860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Car Traffic Variations across segments and time interval: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5486400" y="1263960"/>
            <a:ext cx="3428640" cy="1250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IQR is used to identify outliers in the mean of normalized car traffic across different segments and time interval.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</p:txBody>
      </p:sp>
      <p:pic>
        <p:nvPicPr>
          <p:cNvPr id="327" name="" descr=""/>
          <p:cNvPicPr/>
          <p:nvPr/>
        </p:nvPicPr>
        <p:blipFill>
          <a:blip r:embed="rId1"/>
          <a:stretch/>
        </p:blipFill>
        <p:spPr>
          <a:xfrm>
            <a:off x="5029200" y="2205720"/>
            <a:ext cx="3956040" cy="28234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328" name=""/>
          <p:cNvGraphicFramePr/>
          <p:nvPr/>
        </p:nvGraphicFramePr>
        <p:xfrm>
          <a:off x="778680" y="1434240"/>
          <a:ext cx="3843720" cy="1731240"/>
        </p:xfrm>
        <a:graphic>
          <a:graphicData uri="http://schemas.openxmlformats.org/drawingml/2006/table">
            <a:tbl>
              <a:tblPr/>
              <a:tblGrid>
                <a:gridCol w="1922040"/>
                <a:gridCol w="1921680"/>
              </a:tblGrid>
              <a:tr h="19512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Time Interval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Coefficient of varation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Afternoon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45.62%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Evening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46.24%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Midday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44.27%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Morning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54.15%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Night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/>
                      <a:r>
                        <a:rPr b="0" lang="en-US" sz="120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</a:rPr>
                        <a:t>77.55%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9" name=""/>
          <p:cNvSpPr txBox="1"/>
          <p:nvPr/>
        </p:nvSpPr>
        <p:spPr>
          <a:xfrm>
            <a:off x="457200" y="3609000"/>
            <a:ext cx="4114800" cy="15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High CV values indicate volatile or unpredictable traffic, particularly during night, morning, and evening.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Low CV indicates more consistent and stable traffic during midday.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Outliers for 'Lückstraße' , 'Bruno-Bauer-Straße', and 'Reinickendorfer Straße' indicate unusual traffic patterns, likely due to high peaks, flow inefficiencies, or external factors.</a:t>
            </a:r>
            <a:endParaRPr b="0" lang="en-US" sz="1200" strike="noStrike" u="none">
              <a:solidFill>
                <a:srgbClr val="ffffff"/>
              </a:solidFill>
              <a:uFillTx/>
              <a:latin typeface="Liberation Mono;Courier New;DejaVu Sans Mono;Monaco"/>
              <a:ea typeface="Liberation Mono;Courier New;DejaVu Sans Mono;Monac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447;p 2"/>
          <p:cNvSpPr txBox="1"/>
          <p:nvPr/>
        </p:nvSpPr>
        <p:spPr>
          <a:xfrm>
            <a:off x="720000" y="21636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Car Traffic Anomaly per segment over time interval 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1" name="" descr=""/>
          <p:cNvPicPr/>
          <p:nvPr/>
        </p:nvPicPr>
        <p:blipFill>
          <a:blip r:embed="rId1"/>
          <a:stretch/>
        </p:blipFill>
        <p:spPr>
          <a:xfrm>
            <a:off x="3429000" y="914400"/>
            <a:ext cx="5465160" cy="4178880"/>
          </a:xfrm>
          <a:prstGeom prst="rect">
            <a:avLst/>
          </a:prstGeom>
          <a:ln w="0">
            <a:noFill/>
          </a:ln>
        </p:spPr>
      </p:pic>
      <p:sp>
        <p:nvSpPr>
          <p:cNvPr id="332" name=""/>
          <p:cNvSpPr txBox="1"/>
          <p:nvPr/>
        </p:nvSpPr>
        <p:spPr>
          <a:xfrm>
            <a:off x="228600" y="1771200"/>
            <a:ext cx="2971800" cy="2832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marL="216000" indent="-216000" algn="just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IQR method is used to detect anomaly for car traffic per segment over each tie interval.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Simplon, Handjery, and Galenus show the highest anomalies likely unstable traffic patterns.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5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Low anomaly streets (e.g., Gertrud, Rheinstein, Schivelbeiner) show stable traffic.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High anomaly counts may indicate traffic irregularities, events, or construction.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Low counts suggest consistent, predictable traffic flow.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" descr=""/>
          <p:cNvPicPr/>
          <p:nvPr/>
        </p:nvPicPr>
        <p:blipFill>
          <a:blip r:embed="rId1"/>
          <a:stretch/>
        </p:blipFill>
        <p:spPr>
          <a:xfrm>
            <a:off x="4343400" y="1143000"/>
            <a:ext cx="4572000" cy="3429000"/>
          </a:xfrm>
          <a:prstGeom prst="rect">
            <a:avLst/>
          </a:prstGeom>
          <a:ln w="0">
            <a:noFill/>
          </a:ln>
        </p:spPr>
      </p:pic>
      <p:sp>
        <p:nvSpPr>
          <p:cNvPr id="334" name="Google Shape;447;p 3"/>
          <p:cNvSpPr txBox="1"/>
          <p:nvPr/>
        </p:nvSpPr>
        <p:spPr>
          <a:xfrm>
            <a:off x="720000" y="30456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Temporal Distribution of Car Anomalies (Jan–Nov 2024):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685800" y="2057400"/>
            <a:ext cx="3429000" cy="227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13:00–14:00 (499 anomalies): Midday disruptions like lunch break, roadwork or accidents cause irregular activity.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5–9 AM, 4–6 PM: Rush hours with heavy traffic lead to more anomalies (commute time to work place).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Night/late evening: Lower traffic, fewer anomalies, more stability (rest time).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" descr=""/>
          <p:cNvPicPr/>
          <p:nvPr/>
        </p:nvPicPr>
        <p:blipFill>
          <a:blip r:embed="rId1"/>
          <a:stretch/>
        </p:blipFill>
        <p:spPr>
          <a:xfrm>
            <a:off x="4343400" y="1371600"/>
            <a:ext cx="4611960" cy="3626280"/>
          </a:xfrm>
          <a:prstGeom prst="rect">
            <a:avLst/>
          </a:prstGeom>
          <a:ln w="0">
            <a:noFill/>
          </a:ln>
        </p:spPr>
      </p:pic>
      <p:sp>
        <p:nvSpPr>
          <p:cNvPr id="337" name="Google Shape;447;p 4"/>
          <p:cNvSpPr txBox="1"/>
          <p:nvPr/>
        </p:nvSpPr>
        <p:spPr>
          <a:xfrm>
            <a:off x="720000" y="21636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Arial"/>
                <a:ea typeface="Chakra Petch"/>
              </a:rPr>
              <a:t>Analysis of Car Anomalies Across Different Days of the Week (2024):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86160" y="2057760"/>
            <a:ext cx="3429000" cy="148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Weekdays have more anomalies due to work-related traffic and higher congestion, with Friday having the highest count.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Weekends are quieter, with fewer anomalies, possibly due to less work-related travel.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" descr=""/>
          <p:cNvPicPr/>
          <p:nvPr/>
        </p:nvPicPr>
        <p:blipFill>
          <a:blip r:embed="rId1"/>
          <a:stretch/>
        </p:blipFill>
        <p:spPr>
          <a:xfrm>
            <a:off x="4343400" y="1371600"/>
            <a:ext cx="4686120" cy="3657600"/>
          </a:xfrm>
          <a:prstGeom prst="rect">
            <a:avLst/>
          </a:prstGeom>
          <a:ln w="0">
            <a:noFill/>
          </a:ln>
        </p:spPr>
      </p:pic>
      <p:sp>
        <p:nvSpPr>
          <p:cNvPr id="340" name="Google Shape;447;p 5"/>
          <p:cNvSpPr txBox="1"/>
          <p:nvPr/>
        </p:nvSpPr>
        <p:spPr>
          <a:xfrm>
            <a:off x="720000" y="34200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Arial"/>
                <a:ea typeface="Chakra Petch"/>
              </a:rPr>
              <a:t>Analysis of Car Anomalies Across Different Month (2024):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457200" y="2058120"/>
            <a:ext cx="3429000" cy="209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September stands out as a month of increased anomalies.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Winter months (January) show higher anomalies compared to summer months (June-July).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Overall, there are periodic spikes, with the year-end showing a slight increase again in November.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447;p 6"/>
          <p:cNvSpPr txBox="1"/>
          <p:nvPr/>
        </p:nvSpPr>
        <p:spPr>
          <a:xfrm>
            <a:off x="720000" y="21636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Methods - Data Standardization &amp; Autoencoder Architecture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85800" y="1371600"/>
            <a:ext cx="4114800" cy="333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Data Standardization: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Normalized car count was standardized by segment_id and time_interval to adjust for scale and detect anomalies effectively.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Anomalies was identified in standardized car using IQR.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</a:rPr>
              <a:t>Autoencoder Overview: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Encoder: Compresses data into a lower-dimensional code using layers with ReLU activation.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 algn="just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Decoder: Reconstructs the data back to its original form, again using ReLU activations.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4" name="" descr=""/>
          <p:cNvPicPr/>
          <p:nvPr/>
        </p:nvPicPr>
        <p:blipFill>
          <a:blip r:embed="rId1"/>
          <a:stretch/>
        </p:blipFill>
        <p:spPr>
          <a:xfrm>
            <a:off x="5029200" y="1725120"/>
            <a:ext cx="4051440" cy="216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447;p 7"/>
          <p:cNvSpPr txBox="1"/>
          <p:nvPr/>
        </p:nvSpPr>
        <p:spPr>
          <a:xfrm>
            <a:off x="720000" y="21636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Arial"/>
                <a:ea typeface="Chakra Petch"/>
              </a:rPr>
              <a:t>Car Anomaly Detection &amp; Threshold Tuning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914400" y="949680"/>
            <a:ext cx="4114800" cy="4000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Unbalanced Anomalies: 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140,206 normal in comparision to 2,383 anomalies.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Data Split: 80% Train, 20% Test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Reconstruction Error Threshold: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The model is trained on normal data and tested on both normal and anomaly data, classifying anomalies based on higher reconstruction error.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Threshold Selection: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Lower thresholds may lead to false positives; higher thresholds may miss true anomalies.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Recall is prioritized to minimize false negatives, ensuring early detection of traffic jams.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>
              <a:lnSpc>
                <a:spcPct val="100000"/>
              </a:lnSpc>
              <a:spcBef>
                <a:spcPts val="57"/>
              </a:spcBef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Objective: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lvl="1" marL="432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Missing a true anomaly (false negative) could lead to poor traffic management and safety risks, whereas false positives (normal traffic labeled as anomalies) are less critical.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1"/>
          <a:stretch/>
        </p:blipFill>
        <p:spPr>
          <a:xfrm>
            <a:off x="5029200" y="1143000"/>
            <a:ext cx="3886200" cy="1371600"/>
          </a:xfrm>
          <a:prstGeom prst="rect">
            <a:avLst/>
          </a:prstGeom>
          <a:ln w="0">
            <a:noFill/>
          </a:ln>
        </p:spPr>
      </p:pic>
      <p:sp>
        <p:nvSpPr>
          <p:cNvPr id="348" name=""/>
          <p:cNvSpPr txBox="1"/>
          <p:nvPr/>
        </p:nvSpPr>
        <p:spPr>
          <a:xfrm>
            <a:off x="5486400" y="2514600"/>
            <a:ext cx="34290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Recall is 0.975 at best Threshold 0.0079 !!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2"/>
          <a:stretch/>
        </p:blipFill>
        <p:spPr>
          <a:xfrm>
            <a:off x="5029200" y="2971800"/>
            <a:ext cx="3886200" cy="198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447;p 8"/>
          <p:cNvSpPr txBox="1"/>
          <p:nvPr/>
        </p:nvSpPr>
        <p:spPr>
          <a:xfrm>
            <a:off x="720000" y="21672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Arial"/>
                <a:ea typeface="Chakra Petch"/>
              </a:rPr>
              <a:t>Reconstruction Error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"/>
          <a:stretch/>
        </p:blipFill>
        <p:spPr>
          <a:xfrm>
            <a:off x="3841920" y="995400"/>
            <a:ext cx="5073480" cy="3805200"/>
          </a:xfrm>
          <a:prstGeom prst="rect">
            <a:avLst/>
          </a:prstGeom>
          <a:ln w="0">
            <a:noFill/>
          </a:ln>
        </p:spPr>
      </p:pic>
      <p:sp>
        <p:nvSpPr>
          <p:cNvPr id="352" name=""/>
          <p:cNvSpPr txBox="1"/>
          <p:nvPr/>
        </p:nvSpPr>
        <p:spPr>
          <a:xfrm>
            <a:off x="228600" y="1828800"/>
            <a:ext cx="3429000" cy="21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The red dashed line represents the threshold. 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Most blue markers (representing normal traffic conditions) are concentrated below the threshold.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  <a:ea typeface="Arial Unicode MS"/>
              </a:rPr>
              <a:t>Above the threshold, more orange markers appear, indicating traffic jams (anomalies).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" descr=""/>
          <p:cNvPicPr/>
          <p:nvPr/>
        </p:nvPicPr>
        <p:blipFill>
          <a:blip r:embed="rId1"/>
          <a:stretch/>
        </p:blipFill>
        <p:spPr>
          <a:xfrm>
            <a:off x="1371600" y="1143000"/>
            <a:ext cx="3644640" cy="1549080"/>
          </a:xfrm>
          <a:prstGeom prst="rect">
            <a:avLst/>
          </a:prstGeom>
          <a:ln w="0">
            <a:noFill/>
          </a:ln>
        </p:spPr>
      </p:pic>
      <p:pic>
        <p:nvPicPr>
          <p:cNvPr id="354" name="" descr=""/>
          <p:cNvPicPr/>
          <p:nvPr/>
        </p:nvPicPr>
        <p:blipFill>
          <a:blip r:embed="rId2"/>
          <a:stretch/>
        </p:blipFill>
        <p:spPr>
          <a:xfrm>
            <a:off x="5715000" y="1143000"/>
            <a:ext cx="3301920" cy="3301920"/>
          </a:xfrm>
          <a:prstGeom prst="rect">
            <a:avLst/>
          </a:prstGeom>
          <a:ln w="0">
            <a:noFill/>
          </a:ln>
        </p:spPr>
      </p:pic>
      <p:sp>
        <p:nvSpPr>
          <p:cNvPr id="355" name=""/>
          <p:cNvSpPr txBox="1"/>
          <p:nvPr/>
        </p:nvSpPr>
        <p:spPr>
          <a:xfrm>
            <a:off x="685800" y="2937240"/>
            <a:ext cx="5029200" cy="20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Accuracy: 99% overall.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Precision for Normal Traffic: 1.00 (no false positives).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Recall for Traffic Jams: 0.96 (high detection rate for traffic jams).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Precision for Traffic Jams: 0.64 (some false positives).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F1-Score for Traffic Jams: 0.76 (balance between precision and recall).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Performance: The model effectively detects traffic jams with minimal false negatives.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  <a:ea typeface="Arial Unicode MS"/>
            </a:endParaRPr>
          </a:p>
          <a:p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6" name="Google Shape;447;p 9"/>
          <p:cNvSpPr txBox="1"/>
          <p:nvPr/>
        </p:nvSpPr>
        <p:spPr>
          <a:xfrm>
            <a:off x="720000" y="0"/>
            <a:ext cx="7966800" cy="698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Arial"/>
                <a:ea typeface="Chakra Petch"/>
              </a:rPr>
              <a:t>Model Performance: Traffic Jam Detection (Precision, Recall, and F1-Score)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Discussion: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143000" y="1371600"/>
            <a:ext cx="7086600" cy="32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Prioritize high anomaly segments like Simplon and Handjery for traffic management.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Increase sensor uptime (shift to V2) for more reliable data.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Optimize threshold settings to balance recall and false positives.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Focus on peak hours (rush hours and 13:00-14:00) for disruption monitoring.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Target infrastructure improvements in high anomaly areas (e.g., Lückstraße).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r>
              <a:rPr b="0" lang="en-US" sz="1200" strike="noStrike" u="none">
                <a:solidFill>
                  <a:srgbClr val="ffffff"/>
                </a:solidFill>
                <a:uFillTx/>
                <a:latin typeface="Arial"/>
              </a:rPr>
              <a:t>Use findings for long-term urban planning and better traffic flow.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"/>
            </a:pP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811800" y="658440"/>
            <a:ext cx="3540960" cy="83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0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THANKS!</a:t>
            </a:r>
            <a:endParaRPr b="0" lang="en-US" sz="5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subTitle"/>
          </p:nvPr>
        </p:nvSpPr>
        <p:spPr>
          <a:xfrm>
            <a:off x="811800" y="1488600"/>
            <a:ext cx="3540960" cy="115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6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Do you have any questions?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1"/>
                </a:solidFill>
                <a:uFillTx/>
                <a:latin typeface="Bai Jamjuree"/>
                <a:ea typeface="Bai Jamjuree"/>
              </a:rPr>
              <a:t>Github Link: https://github.com/Nancy123a/Berlin-Traffic-Jam-Detection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1" name="Google Shape;1088;p69" descr=""/>
          <p:cNvPicPr/>
          <p:nvPr/>
        </p:nvPicPr>
        <p:blipFill>
          <a:blip r:embed="rId1"/>
          <a:srcRect l="166" t="0" r="6442" b="0"/>
          <a:stretch/>
        </p:blipFill>
        <p:spPr>
          <a:xfrm>
            <a:off x="5356800" y="-2160"/>
            <a:ext cx="3209040" cy="5147640"/>
          </a:xfrm>
          <a:prstGeom prst="rect">
            <a:avLst/>
          </a:prstGeom>
          <a:ln w="0">
            <a:noFill/>
          </a:ln>
        </p:spPr>
      </p:pic>
      <p:grpSp>
        <p:nvGrpSpPr>
          <p:cNvPr id="362" name="Google Shape;1089;p69"/>
          <p:cNvGrpSpPr/>
          <p:nvPr/>
        </p:nvGrpSpPr>
        <p:grpSpPr>
          <a:xfrm>
            <a:off x="7589520" y="4649760"/>
            <a:ext cx="1554120" cy="1023840"/>
            <a:chOff x="7589520" y="4649760"/>
            <a:chExt cx="1554120" cy="1023840"/>
          </a:xfrm>
        </p:grpSpPr>
        <p:sp>
          <p:nvSpPr>
            <p:cNvPr id="363" name="Google Shape;1090;p69"/>
            <p:cNvSpPr/>
            <p:nvPr/>
          </p:nvSpPr>
          <p:spPr>
            <a:xfrm>
              <a:off x="7589520" y="464976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64" name="Google Shape;1091;p69"/>
            <p:cNvSpPr/>
            <p:nvPr/>
          </p:nvSpPr>
          <p:spPr>
            <a:xfrm>
              <a:off x="7959240" y="464976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365" name="Google Shape;1092;p69"/>
            <p:cNvSpPr/>
            <p:nvPr/>
          </p:nvSpPr>
          <p:spPr>
            <a:xfrm>
              <a:off x="8350920" y="4649760"/>
              <a:ext cx="792720" cy="1023840"/>
            </a:xfrm>
            <a:custGeom>
              <a:avLst/>
              <a:gdLst>
                <a:gd name="textAreaLeft" fmla="*/ 0 w 792720"/>
                <a:gd name="textAreaRight" fmla="*/ 793080 w 792720"/>
                <a:gd name="textAreaTop" fmla="*/ 0 h 1023840"/>
                <a:gd name="textAreaBottom" fmla="*/ 1024200 h 1023840"/>
              </a:gdLst>
              <a:ahLst/>
              <a:rect l="textAreaLeft" t="textAreaTop" r="textAreaRight" b="textAreaBottom"/>
              <a:pathLst>
                <a:path w="34403" h="44531">
                  <a:moveTo>
                    <a:pt x="0" y="0"/>
                  </a:moveTo>
                  <a:lnTo>
                    <a:pt x="8842" y="0"/>
                  </a:lnTo>
                  <a:lnTo>
                    <a:pt x="34403" y="44531"/>
                  </a:lnTo>
                  <a:lnTo>
                    <a:pt x="25240" y="4453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366" name=""/>
          <p:cNvSpPr/>
          <p:nvPr/>
        </p:nvSpPr>
        <p:spPr>
          <a:xfrm>
            <a:off x="457200" y="3429000"/>
            <a:ext cx="4114800" cy="1143000"/>
          </a:xfrm>
          <a:prstGeom prst="rect">
            <a:avLst/>
          </a:prstGeom>
          <a:solidFill>
            <a:srgbClr val="333333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720000" y="2045160"/>
            <a:ext cx="2622960" cy="10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800" strike="noStrike" u="none">
                <a:solidFill>
                  <a:schemeClr val="dk1"/>
                </a:solidFill>
                <a:uFillTx/>
                <a:latin typeface="Chakra Petch"/>
                <a:ea typeface="Chakra Petch"/>
              </a:rPr>
              <a:t>Sources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3657600" y="914400"/>
            <a:ext cx="5029200" cy="3657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ffffff"/>
              </a:buClr>
              <a:buFont typeface="OpenSymbol"/>
              <a:buAutoNum type="arabicParenR"/>
            </a:pPr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</a:rPr>
              <a:t>Teleraam Documentation: </a:t>
            </a:r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  <a:hlinkClick r:id="rId1"/>
              </a:rPr>
              <a:t>https://documenter.getpostman.com/view/8210376/TWDRqyaV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</a:rPr>
              <a:t>2)   Live Traffic Jam API: </a:t>
            </a:r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  <a:hlinkClick r:id="rId2"/>
              </a:rPr>
              <a:t>https://telraam-api.net/v1/reports/traffic_snapshot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</a:rPr>
              <a:t>3) TomTom Reverse Geocode API: </a:t>
            </a:r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  <a:hlinkClick r:id="rId3"/>
              </a:rPr>
              <a:t>https://api.tomtom.com/maps/orbis/places/reverseGeocode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  <a:p>
            <a:r>
              <a:rPr b="0" lang="en-US" sz="1400" strike="noStrike" u="none">
                <a:solidFill>
                  <a:srgbClr val="ffffff"/>
                </a:solidFill>
                <a:uFillTx/>
                <a:latin typeface="Arial"/>
              </a:rPr>
              <a:t>4) Traffic V1 Teleraam: https://telraam-api.net/v1/reports/traffic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Environmental Impact of Traffic Jams by Slidesgo">
  <a:themeElements>
    <a:clrScheme name="Simple Light">
      <a:dk1>
        <a:srgbClr val="ffffff"/>
      </a:dk1>
      <a:lt1>
        <a:srgbClr val="666666"/>
      </a:lt1>
      <a:dk2>
        <a:srgbClr val="a82121"/>
      </a:dk2>
      <a:lt2>
        <a:srgbClr val="be5d5d"/>
      </a:lt2>
      <a:accent1>
        <a:srgbClr val="15141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Application>LibreOffice/24.8.3.2$MacOSX_AARCH64 LibreOffice_project/48a6bac9e7e268aeb4c3483fcf825c94556d9f92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2025-03-23T23:00:49Z</cp:lastPrinted>
  <dcterms:modified xsi:type="dcterms:W3CDTF">2025-03-24T23:44:22Z</dcterms:modified>
  <cp:revision>3</cp:revision>
  <dc:subject/>
  <dc:title/>
</cp:coreProperties>
</file>